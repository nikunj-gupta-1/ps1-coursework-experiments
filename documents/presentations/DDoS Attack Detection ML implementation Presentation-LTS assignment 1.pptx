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6" r:id="rId11"/>
    <p:sldId id="278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89"/>
    <p:restoredTop sz="94694"/>
  </p:normalViewPr>
  <p:slideViewPr>
    <p:cSldViewPr snapToGrid="0" snapToObjects="1">
      <p:cViewPr varScale="1">
        <p:scale>
          <a:sx n="107" d="100"/>
          <a:sy n="107" d="100"/>
        </p:scale>
        <p:origin x="736" y="4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ED05FE0-73E7-43EE-9943-67532EAE49E7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25FB6B0-280D-4218-B79F-6B04F50FDAB3}">
      <dgm:prSet/>
      <dgm:spPr/>
      <dgm:t>
        <a:bodyPr/>
        <a:lstStyle/>
        <a:p>
          <a:r>
            <a:rPr lang="en-US"/>
            <a:t>DDoS attacks are increasing in frequency and sophistication</a:t>
          </a:r>
        </a:p>
      </dgm:t>
    </dgm:pt>
    <dgm:pt modelId="{93FC3D77-2C15-467B-9708-19DAEDD16110}" type="parTrans" cxnId="{860F9FB2-E5A6-4226-81D3-F34B5B6755C3}">
      <dgm:prSet/>
      <dgm:spPr/>
      <dgm:t>
        <a:bodyPr/>
        <a:lstStyle/>
        <a:p>
          <a:endParaRPr lang="en-US"/>
        </a:p>
      </dgm:t>
    </dgm:pt>
    <dgm:pt modelId="{F1B39CC4-9DBD-4618-A240-CB549985CCB6}" type="sibTrans" cxnId="{860F9FB2-E5A6-4226-81D3-F34B5B6755C3}">
      <dgm:prSet/>
      <dgm:spPr/>
      <dgm:t>
        <a:bodyPr/>
        <a:lstStyle/>
        <a:p>
          <a:endParaRPr lang="en-US"/>
        </a:p>
      </dgm:t>
    </dgm:pt>
    <dgm:pt modelId="{BEA7494F-897F-4E85-A164-1ED87D655CCC}">
      <dgm:prSet/>
      <dgm:spPr/>
      <dgm:t>
        <a:bodyPr/>
        <a:lstStyle/>
        <a:p>
          <a:r>
            <a:rPr lang="en-US"/>
            <a:t>Traditional signature-based detection fails against new attack vectors</a:t>
          </a:r>
        </a:p>
      </dgm:t>
    </dgm:pt>
    <dgm:pt modelId="{B2EC590C-94A8-41F9-9D85-09DAAA983BB8}" type="parTrans" cxnId="{F8F4DE1D-7418-4FFC-BE66-08EF57953B5A}">
      <dgm:prSet/>
      <dgm:spPr/>
      <dgm:t>
        <a:bodyPr/>
        <a:lstStyle/>
        <a:p>
          <a:endParaRPr lang="en-US"/>
        </a:p>
      </dgm:t>
    </dgm:pt>
    <dgm:pt modelId="{6ED9ABC9-303B-4185-936D-32FD790800B3}" type="sibTrans" cxnId="{F8F4DE1D-7418-4FFC-BE66-08EF57953B5A}">
      <dgm:prSet/>
      <dgm:spPr/>
      <dgm:t>
        <a:bodyPr/>
        <a:lstStyle/>
        <a:p>
          <a:endParaRPr lang="en-US"/>
        </a:p>
      </dgm:t>
    </dgm:pt>
    <dgm:pt modelId="{585AA496-BB68-4EA8-96E5-43C656B35F9A}">
      <dgm:prSet/>
      <dgm:spPr/>
      <dgm:t>
        <a:bodyPr/>
        <a:lstStyle/>
        <a:p>
          <a:r>
            <a:rPr lang="en-US"/>
            <a:t>Small and medium businesses lack affordable protection solutions</a:t>
          </a:r>
        </a:p>
      </dgm:t>
    </dgm:pt>
    <dgm:pt modelId="{1E2D3CD2-AE22-4E72-97D6-3B0C51DEF942}" type="parTrans" cxnId="{8DA02134-01CD-47F3-878D-DEC523260B54}">
      <dgm:prSet/>
      <dgm:spPr/>
      <dgm:t>
        <a:bodyPr/>
        <a:lstStyle/>
        <a:p>
          <a:endParaRPr lang="en-US"/>
        </a:p>
      </dgm:t>
    </dgm:pt>
    <dgm:pt modelId="{EB27D5A7-CBA6-4BE5-A90F-6BCA45C61F89}" type="sibTrans" cxnId="{8DA02134-01CD-47F3-878D-DEC523260B54}">
      <dgm:prSet/>
      <dgm:spPr/>
      <dgm:t>
        <a:bodyPr/>
        <a:lstStyle/>
        <a:p>
          <a:endParaRPr lang="en-US"/>
        </a:p>
      </dgm:t>
    </dgm:pt>
    <dgm:pt modelId="{2514F8B4-A36C-46DE-A0CA-8F4D0AF7F81D}">
      <dgm:prSet/>
      <dgm:spPr/>
      <dgm:t>
        <a:bodyPr/>
        <a:lstStyle/>
        <a:p>
          <a:r>
            <a:rPr lang="en-US"/>
            <a:t>Attack volumes reaching multi-Tbps scale</a:t>
          </a:r>
        </a:p>
      </dgm:t>
    </dgm:pt>
    <dgm:pt modelId="{0CBCFA22-5812-41BF-8843-156226FB0267}" type="parTrans" cxnId="{72988A3C-D3F2-4C55-953C-2E6D9C1A828A}">
      <dgm:prSet/>
      <dgm:spPr/>
      <dgm:t>
        <a:bodyPr/>
        <a:lstStyle/>
        <a:p>
          <a:endParaRPr lang="en-US"/>
        </a:p>
      </dgm:t>
    </dgm:pt>
    <dgm:pt modelId="{AA1E8AF8-4420-421A-85B4-5C33ADF6673E}" type="sibTrans" cxnId="{72988A3C-D3F2-4C55-953C-2E6D9C1A828A}">
      <dgm:prSet/>
      <dgm:spPr/>
      <dgm:t>
        <a:bodyPr/>
        <a:lstStyle/>
        <a:p>
          <a:endParaRPr lang="en-US"/>
        </a:p>
      </dgm:t>
    </dgm:pt>
    <dgm:pt modelId="{F5A1DD00-62B5-4291-92D4-4C2126F9E708}">
      <dgm:prSet/>
      <dgm:spPr/>
      <dgm:t>
        <a:bodyPr/>
        <a:lstStyle/>
        <a:p>
          <a:r>
            <a:rPr lang="en-US"/>
            <a:t>Economic impact: billions in losses annually</a:t>
          </a:r>
        </a:p>
      </dgm:t>
    </dgm:pt>
    <dgm:pt modelId="{02AF6ECB-4986-435D-8488-209AB657B78C}" type="parTrans" cxnId="{205CE580-19CB-4ACF-8A5A-8FD12428AC69}">
      <dgm:prSet/>
      <dgm:spPr/>
      <dgm:t>
        <a:bodyPr/>
        <a:lstStyle/>
        <a:p>
          <a:endParaRPr lang="en-US"/>
        </a:p>
      </dgm:t>
    </dgm:pt>
    <dgm:pt modelId="{1AF9079C-67AE-4C69-986D-FEA50F364627}" type="sibTrans" cxnId="{205CE580-19CB-4ACF-8A5A-8FD12428AC69}">
      <dgm:prSet/>
      <dgm:spPr/>
      <dgm:t>
        <a:bodyPr/>
        <a:lstStyle/>
        <a:p>
          <a:endParaRPr lang="en-US"/>
        </a:p>
      </dgm:t>
    </dgm:pt>
    <dgm:pt modelId="{372D51AF-7003-4163-A4D4-3D2B1E490A6A}">
      <dgm:prSet/>
      <dgm:spPr/>
      <dgm:t>
        <a:bodyPr/>
        <a:lstStyle/>
        <a:p>
          <a:r>
            <a:rPr lang="en-US"/>
            <a:t>Need for real-time, adaptive detection systems</a:t>
          </a:r>
        </a:p>
      </dgm:t>
    </dgm:pt>
    <dgm:pt modelId="{6EA346C9-FB78-49B9-B6E6-A5079BFCD1B4}" type="parTrans" cxnId="{ABAD222B-5F62-4F4A-8DA4-9DABC57F641E}">
      <dgm:prSet/>
      <dgm:spPr/>
      <dgm:t>
        <a:bodyPr/>
        <a:lstStyle/>
        <a:p>
          <a:endParaRPr lang="en-US"/>
        </a:p>
      </dgm:t>
    </dgm:pt>
    <dgm:pt modelId="{AA281294-D8D1-4CE7-81DE-10C89FDCD170}" type="sibTrans" cxnId="{ABAD222B-5F62-4F4A-8DA4-9DABC57F641E}">
      <dgm:prSet/>
      <dgm:spPr/>
      <dgm:t>
        <a:bodyPr/>
        <a:lstStyle/>
        <a:p>
          <a:endParaRPr lang="en-US"/>
        </a:p>
      </dgm:t>
    </dgm:pt>
    <dgm:pt modelId="{6074B70E-71BC-8C41-9EC5-C055B3E7452D}" type="pres">
      <dgm:prSet presAssocID="{6ED05FE0-73E7-43EE-9943-67532EAE49E7}" presName="Name0" presStyleCnt="0">
        <dgm:presLayoutVars>
          <dgm:dir/>
          <dgm:resizeHandles val="exact"/>
        </dgm:presLayoutVars>
      </dgm:prSet>
      <dgm:spPr/>
    </dgm:pt>
    <dgm:pt modelId="{8913E920-1937-8E4A-80CB-BC629D264C4D}" type="pres">
      <dgm:prSet presAssocID="{125FB6B0-280D-4218-B79F-6B04F50FDAB3}" presName="node" presStyleLbl="node1" presStyleIdx="0" presStyleCnt="6">
        <dgm:presLayoutVars>
          <dgm:bulletEnabled val="1"/>
        </dgm:presLayoutVars>
      </dgm:prSet>
      <dgm:spPr/>
    </dgm:pt>
    <dgm:pt modelId="{59BEF98D-08A9-8E41-830B-800D17CDCB81}" type="pres">
      <dgm:prSet presAssocID="{F1B39CC4-9DBD-4618-A240-CB549985CCB6}" presName="sibTrans" presStyleLbl="sibTrans1D1" presStyleIdx="0" presStyleCnt="5"/>
      <dgm:spPr/>
    </dgm:pt>
    <dgm:pt modelId="{984F6EF5-15B8-E44A-8235-F11E5D7E5592}" type="pres">
      <dgm:prSet presAssocID="{F1B39CC4-9DBD-4618-A240-CB549985CCB6}" presName="connectorText" presStyleLbl="sibTrans1D1" presStyleIdx="0" presStyleCnt="5"/>
      <dgm:spPr/>
    </dgm:pt>
    <dgm:pt modelId="{4E191A13-50C9-2540-BF4D-04358057F168}" type="pres">
      <dgm:prSet presAssocID="{BEA7494F-897F-4E85-A164-1ED87D655CCC}" presName="node" presStyleLbl="node1" presStyleIdx="1" presStyleCnt="6">
        <dgm:presLayoutVars>
          <dgm:bulletEnabled val="1"/>
        </dgm:presLayoutVars>
      </dgm:prSet>
      <dgm:spPr/>
    </dgm:pt>
    <dgm:pt modelId="{988D6C1B-8956-E947-90B5-CA4E83B0A613}" type="pres">
      <dgm:prSet presAssocID="{6ED9ABC9-303B-4185-936D-32FD790800B3}" presName="sibTrans" presStyleLbl="sibTrans1D1" presStyleIdx="1" presStyleCnt="5"/>
      <dgm:spPr/>
    </dgm:pt>
    <dgm:pt modelId="{F64BF5D8-BFF0-D24B-ACE3-A2974CDE6640}" type="pres">
      <dgm:prSet presAssocID="{6ED9ABC9-303B-4185-936D-32FD790800B3}" presName="connectorText" presStyleLbl="sibTrans1D1" presStyleIdx="1" presStyleCnt="5"/>
      <dgm:spPr/>
    </dgm:pt>
    <dgm:pt modelId="{701A084D-7967-4343-BEE2-7979BCA831A9}" type="pres">
      <dgm:prSet presAssocID="{585AA496-BB68-4EA8-96E5-43C656B35F9A}" presName="node" presStyleLbl="node1" presStyleIdx="2" presStyleCnt="6">
        <dgm:presLayoutVars>
          <dgm:bulletEnabled val="1"/>
        </dgm:presLayoutVars>
      </dgm:prSet>
      <dgm:spPr/>
    </dgm:pt>
    <dgm:pt modelId="{7943C738-0E43-3843-AE9F-B007B0CBBD0E}" type="pres">
      <dgm:prSet presAssocID="{EB27D5A7-CBA6-4BE5-A90F-6BCA45C61F89}" presName="sibTrans" presStyleLbl="sibTrans1D1" presStyleIdx="2" presStyleCnt="5"/>
      <dgm:spPr/>
    </dgm:pt>
    <dgm:pt modelId="{CE5B3632-FFF8-CC41-89A4-B56C12A446E6}" type="pres">
      <dgm:prSet presAssocID="{EB27D5A7-CBA6-4BE5-A90F-6BCA45C61F89}" presName="connectorText" presStyleLbl="sibTrans1D1" presStyleIdx="2" presStyleCnt="5"/>
      <dgm:spPr/>
    </dgm:pt>
    <dgm:pt modelId="{00B40F6A-C86C-D341-8DBD-77BA87142B26}" type="pres">
      <dgm:prSet presAssocID="{2514F8B4-A36C-46DE-A0CA-8F4D0AF7F81D}" presName="node" presStyleLbl="node1" presStyleIdx="3" presStyleCnt="6">
        <dgm:presLayoutVars>
          <dgm:bulletEnabled val="1"/>
        </dgm:presLayoutVars>
      </dgm:prSet>
      <dgm:spPr/>
    </dgm:pt>
    <dgm:pt modelId="{6A7EF07E-179E-524F-B49A-8A0E9731AB1A}" type="pres">
      <dgm:prSet presAssocID="{AA1E8AF8-4420-421A-85B4-5C33ADF6673E}" presName="sibTrans" presStyleLbl="sibTrans1D1" presStyleIdx="3" presStyleCnt="5"/>
      <dgm:spPr/>
    </dgm:pt>
    <dgm:pt modelId="{4B82899F-2550-664B-8CBC-F27072C7E837}" type="pres">
      <dgm:prSet presAssocID="{AA1E8AF8-4420-421A-85B4-5C33ADF6673E}" presName="connectorText" presStyleLbl="sibTrans1D1" presStyleIdx="3" presStyleCnt="5"/>
      <dgm:spPr/>
    </dgm:pt>
    <dgm:pt modelId="{7AAE1073-C61B-CA45-8D66-8D90A4D2A7A9}" type="pres">
      <dgm:prSet presAssocID="{F5A1DD00-62B5-4291-92D4-4C2126F9E708}" presName="node" presStyleLbl="node1" presStyleIdx="4" presStyleCnt="6">
        <dgm:presLayoutVars>
          <dgm:bulletEnabled val="1"/>
        </dgm:presLayoutVars>
      </dgm:prSet>
      <dgm:spPr/>
    </dgm:pt>
    <dgm:pt modelId="{75A8E570-6E34-0840-90FC-E3ED7F825DBE}" type="pres">
      <dgm:prSet presAssocID="{1AF9079C-67AE-4C69-986D-FEA50F364627}" presName="sibTrans" presStyleLbl="sibTrans1D1" presStyleIdx="4" presStyleCnt="5"/>
      <dgm:spPr/>
    </dgm:pt>
    <dgm:pt modelId="{8F1AEA8D-5053-5D44-807C-4ECDBE6C2C80}" type="pres">
      <dgm:prSet presAssocID="{1AF9079C-67AE-4C69-986D-FEA50F364627}" presName="connectorText" presStyleLbl="sibTrans1D1" presStyleIdx="4" presStyleCnt="5"/>
      <dgm:spPr/>
    </dgm:pt>
    <dgm:pt modelId="{75B74F34-8DB8-3244-B236-B789E560BFA4}" type="pres">
      <dgm:prSet presAssocID="{372D51AF-7003-4163-A4D4-3D2B1E490A6A}" presName="node" presStyleLbl="node1" presStyleIdx="5" presStyleCnt="6">
        <dgm:presLayoutVars>
          <dgm:bulletEnabled val="1"/>
        </dgm:presLayoutVars>
      </dgm:prSet>
      <dgm:spPr/>
    </dgm:pt>
  </dgm:ptLst>
  <dgm:cxnLst>
    <dgm:cxn modelId="{F8F4DE1D-7418-4FFC-BE66-08EF57953B5A}" srcId="{6ED05FE0-73E7-43EE-9943-67532EAE49E7}" destId="{BEA7494F-897F-4E85-A164-1ED87D655CCC}" srcOrd="1" destOrd="0" parTransId="{B2EC590C-94A8-41F9-9D85-09DAAA983BB8}" sibTransId="{6ED9ABC9-303B-4185-936D-32FD790800B3}"/>
    <dgm:cxn modelId="{8CB3D325-449D-264E-A523-B4FAC1222846}" type="presOf" srcId="{1AF9079C-67AE-4C69-986D-FEA50F364627}" destId="{8F1AEA8D-5053-5D44-807C-4ECDBE6C2C80}" srcOrd="1" destOrd="0" presId="urn:microsoft.com/office/officeart/2016/7/layout/RepeatingBendingProcessNew"/>
    <dgm:cxn modelId="{36AF5727-A2D1-3347-B589-0827C9E0009B}" type="presOf" srcId="{6ED9ABC9-303B-4185-936D-32FD790800B3}" destId="{988D6C1B-8956-E947-90B5-CA4E83B0A613}" srcOrd="0" destOrd="0" presId="urn:microsoft.com/office/officeart/2016/7/layout/RepeatingBendingProcessNew"/>
    <dgm:cxn modelId="{ABAD222B-5F62-4F4A-8DA4-9DABC57F641E}" srcId="{6ED05FE0-73E7-43EE-9943-67532EAE49E7}" destId="{372D51AF-7003-4163-A4D4-3D2B1E490A6A}" srcOrd="5" destOrd="0" parTransId="{6EA346C9-FB78-49B9-B6E6-A5079BFCD1B4}" sibTransId="{AA281294-D8D1-4CE7-81DE-10C89FDCD170}"/>
    <dgm:cxn modelId="{6D89F033-33FE-5D49-8C81-475F83AE4895}" type="presOf" srcId="{F1B39CC4-9DBD-4618-A240-CB549985CCB6}" destId="{984F6EF5-15B8-E44A-8235-F11E5D7E5592}" srcOrd="1" destOrd="0" presId="urn:microsoft.com/office/officeart/2016/7/layout/RepeatingBendingProcessNew"/>
    <dgm:cxn modelId="{8DA02134-01CD-47F3-878D-DEC523260B54}" srcId="{6ED05FE0-73E7-43EE-9943-67532EAE49E7}" destId="{585AA496-BB68-4EA8-96E5-43C656B35F9A}" srcOrd="2" destOrd="0" parTransId="{1E2D3CD2-AE22-4E72-97D6-3B0C51DEF942}" sibTransId="{EB27D5A7-CBA6-4BE5-A90F-6BCA45C61F89}"/>
    <dgm:cxn modelId="{3EFCB835-22C3-F14F-AC78-440259D9A513}" type="presOf" srcId="{AA1E8AF8-4420-421A-85B4-5C33ADF6673E}" destId="{4B82899F-2550-664B-8CBC-F27072C7E837}" srcOrd="1" destOrd="0" presId="urn:microsoft.com/office/officeart/2016/7/layout/RepeatingBendingProcessNew"/>
    <dgm:cxn modelId="{96353739-18AF-6F4B-BE63-AFDF88EF0716}" type="presOf" srcId="{585AA496-BB68-4EA8-96E5-43C656B35F9A}" destId="{701A084D-7967-4343-BEE2-7979BCA831A9}" srcOrd="0" destOrd="0" presId="urn:microsoft.com/office/officeart/2016/7/layout/RepeatingBendingProcessNew"/>
    <dgm:cxn modelId="{72988A3C-D3F2-4C55-953C-2E6D9C1A828A}" srcId="{6ED05FE0-73E7-43EE-9943-67532EAE49E7}" destId="{2514F8B4-A36C-46DE-A0CA-8F4D0AF7F81D}" srcOrd="3" destOrd="0" parTransId="{0CBCFA22-5812-41BF-8843-156226FB0267}" sibTransId="{AA1E8AF8-4420-421A-85B4-5C33ADF6673E}"/>
    <dgm:cxn modelId="{FDADC16F-A28F-1B4B-9A64-65EC61C4064E}" type="presOf" srcId="{125FB6B0-280D-4218-B79F-6B04F50FDAB3}" destId="{8913E920-1937-8E4A-80CB-BC629D264C4D}" srcOrd="0" destOrd="0" presId="urn:microsoft.com/office/officeart/2016/7/layout/RepeatingBendingProcessNew"/>
    <dgm:cxn modelId="{B2AD167F-405B-7341-A9A0-4216CCABE856}" type="presOf" srcId="{EB27D5A7-CBA6-4BE5-A90F-6BCA45C61F89}" destId="{CE5B3632-FFF8-CC41-89A4-B56C12A446E6}" srcOrd="1" destOrd="0" presId="urn:microsoft.com/office/officeart/2016/7/layout/RepeatingBendingProcessNew"/>
    <dgm:cxn modelId="{205CE580-19CB-4ACF-8A5A-8FD12428AC69}" srcId="{6ED05FE0-73E7-43EE-9943-67532EAE49E7}" destId="{F5A1DD00-62B5-4291-92D4-4C2126F9E708}" srcOrd="4" destOrd="0" parTransId="{02AF6ECB-4986-435D-8488-209AB657B78C}" sibTransId="{1AF9079C-67AE-4C69-986D-FEA50F364627}"/>
    <dgm:cxn modelId="{76992B8A-E9B6-2647-979D-904CD8E9FC36}" type="presOf" srcId="{F1B39CC4-9DBD-4618-A240-CB549985CCB6}" destId="{59BEF98D-08A9-8E41-830B-800D17CDCB81}" srcOrd="0" destOrd="0" presId="urn:microsoft.com/office/officeart/2016/7/layout/RepeatingBendingProcessNew"/>
    <dgm:cxn modelId="{8697488C-A794-164F-A9AA-12673931566F}" type="presOf" srcId="{EB27D5A7-CBA6-4BE5-A90F-6BCA45C61F89}" destId="{7943C738-0E43-3843-AE9F-B007B0CBBD0E}" srcOrd="0" destOrd="0" presId="urn:microsoft.com/office/officeart/2016/7/layout/RepeatingBendingProcessNew"/>
    <dgm:cxn modelId="{B3BE4E93-36A4-C64C-95AF-3CC7ADA4C079}" type="presOf" srcId="{6ED05FE0-73E7-43EE-9943-67532EAE49E7}" destId="{6074B70E-71BC-8C41-9EC5-C055B3E7452D}" srcOrd="0" destOrd="0" presId="urn:microsoft.com/office/officeart/2016/7/layout/RepeatingBendingProcessNew"/>
    <dgm:cxn modelId="{860F9FB2-E5A6-4226-81D3-F34B5B6755C3}" srcId="{6ED05FE0-73E7-43EE-9943-67532EAE49E7}" destId="{125FB6B0-280D-4218-B79F-6B04F50FDAB3}" srcOrd="0" destOrd="0" parTransId="{93FC3D77-2C15-467B-9708-19DAEDD16110}" sibTransId="{F1B39CC4-9DBD-4618-A240-CB549985CCB6}"/>
    <dgm:cxn modelId="{16BF7FC0-75E4-BF46-82F8-35AEBFBFA11F}" type="presOf" srcId="{BEA7494F-897F-4E85-A164-1ED87D655CCC}" destId="{4E191A13-50C9-2540-BF4D-04358057F168}" srcOrd="0" destOrd="0" presId="urn:microsoft.com/office/officeart/2016/7/layout/RepeatingBendingProcessNew"/>
    <dgm:cxn modelId="{C36934C5-4452-FB49-8327-9048EC521F25}" type="presOf" srcId="{1AF9079C-67AE-4C69-986D-FEA50F364627}" destId="{75A8E570-6E34-0840-90FC-E3ED7F825DBE}" srcOrd="0" destOrd="0" presId="urn:microsoft.com/office/officeart/2016/7/layout/RepeatingBendingProcessNew"/>
    <dgm:cxn modelId="{C82034C9-5F84-EB4C-A6D7-576C519CE657}" type="presOf" srcId="{372D51AF-7003-4163-A4D4-3D2B1E490A6A}" destId="{75B74F34-8DB8-3244-B236-B789E560BFA4}" srcOrd="0" destOrd="0" presId="urn:microsoft.com/office/officeart/2016/7/layout/RepeatingBendingProcessNew"/>
    <dgm:cxn modelId="{5AA0C4DB-CDF2-264E-AECC-00B47E5ED254}" type="presOf" srcId="{2514F8B4-A36C-46DE-A0CA-8F4D0AF7F81D}" destId="{00B40F6A-C86C-D341-8DBD-77BA87142B26}" srcOrd="0" destOrd="0" presId="urn:microsoft.com/office/officeart/2016/7/layout/RepeatingBendingProcessNew"/>
    <dgm:cxn modelId="{8DEABAE3-FEC9-1A4D-9A61-BEE32D3BC16F}" type="presOf" srcId="{6ED9ABC9-303B-4185-936D-32FD790800B3}" destId="{F64BF5D8-BFF0-D24B-ACE3-A2974CDE6640}" srcOrd="1" destOrd="0" presId="urn:microsoft.com/office/officeart/2016/7/layout/RepeatingBendingProcessNew"/>
    <dgm:cxn modelId="{0D04FFE4-5DEA-7B47-B375-69BC5239A3E2}" type="presOf" srcId="{AA1E8AF8-4420-421A-85B4-5C33ADF6673E}" destId="{6A7EF07E-179E-524F-B49A-8A0E9731AB1A}" srcOrd="0" destOrd="0" presId="urn:microsoft.com/office/officeart/2016/7/layout/RepeatingBendingProcessNew"/>
    <dgm:cxn modelId="{63A4AEF6-E2C5-934D-B913-00A180EE946D}" type="presOf" srcId="{F5A1DD00-62B5-4291-92D4-4C2126F9E708}" destId="{7AAE1073-C61B-CA45-8D66-8D90A4D2A7A9}" srcOrd="0" destOrd="0" presId="urn:microsoft.com/office/officeart/2016/7/layout/RepeatingBendingProcessNew"/>
    <dgm:cxn modelId="{91CAD22F-C2E3-3040-B522-4F57981788FD}" type="presParOf" srcId="{6074B70E-71BC-8C41-9EC5-C055B3E7452D}" destId="{8913E920-1937-8E4A-80CB-BC629D264C4D}" srcOrd="0" destOrd="0" presId="urn:microsoft.com/office/officeart/2016/7/layout/RepeatingBendingProcessNew"/>
    <dgm:cxn modelId="{6D33B552-4178-2A42-90BE-DDC0BF7C51B0}" type="presParOf" srcId="{6074B70E-71BC-8C41-9EC5-C055B3E7452D}" destId="{59BEF98D-08A9-8E41-830B-800D17CDCB81}" srcOrd="1" destOrd="0" presId="urn:microsoft.com/office/officeart/2016/7/layout/RepeatingBendingProcessNew"/>
    <dgm:cxn modelId="{FCEDDB8E-BB71-9F49-AAD4-4947DC442E1E}" type="presParOf" srcId="{59BEF98D-08A9-8E41-830B-800D17CDCB81}" destId="{984F6EF5-15B8-E44A-8235-F11E5D7E5592}" srcOrd="0" destOrd="0" presId="urn:microsoft.com/office/officeart/2016/7/layout/RepeatingBendingProcessNew"/>
    <dgm:cxn modelId="{9529BB04-937E-2D40-9651-F1770B7B445E}" type="presParOf" srcId="{6074B70E-71BC-8C41-9EC5-C055B3E7452D}" destId="{4E191A13-50C9-2540-BF4D-04358057F168}" srcOrd="2" destOrd="0" presId="urn:microsoft.com/office/officeart/2016/7/layout/RepeatingBendingProcessNew"/>
    <dgm:cxn modelId="{38203016-B632-8C4B-BA7B-4771986B7446}" type="presParOf" srcId="{6074B70E-71BC-8C41-9EC5-C055B3E7452D}" destId="{988D6C1B-8956-E947-90B5-CA4E83B0A613}" srcOrd="3" destOrd="0" presId="urn:microsoft.com/office/officeart/2016/7/layout/RepeatingBendingProcessNew"/>
    <dgm:cxn modelId="{ED9400CF-EB54-EE48-85EF-D137DC1A8369}" type="presParOf" srcId="{988D6C1B-8956-E947-90B5-CA4E83B0A613}" destId="{F64BF5D8-BFF0-D24B-ACE3-A2974CDE6640}" srcOrd="0" destOrd="0" presId="urn:microsoft.com/office/officeart/2016/7/layout/RepeatingBendingProcessNew"/>
    <dgm:cxn modelId="{1A5205A2-5058-9E4A-8D61-420DD80BED03}" type="presParOf" srcId="{6074B70E-71BC-8C41-9EC5-C055B3E7452D}" destId="{701A084D-7967-4343-BEE2-7979BCA831A9}" srcOrd="4" destOrd="0" presId="urn:microsoft.com/office/officeart/2016/7/layout/RepeatingBendingProcessNew"/>
    <dgm:cxn modelId="{1C2C111D-B0A8-D34A-AF46-9447AF3B3C0A}" type="presParOf" srcId="{6074B70E-71BC-8C41-9EC5-C055B3E7452D}" destId="{7943C738-0E43-3843-AE9F-B007B0CBBD0E}" srcOrd="5" destOrd="0" presId="urn:microsoft.com/office/officeart/2016/7/layout/RepeatingBendingProcessNew"/>
    <dgm:cxn modelId="{71416164-6A86-A940-AD57-0798DF3936DD}" type="presParOf" srcId="{7943C738-0E43-3843-AE9F-B007B0CBBD0E}" destId="{CE5B3632-FFF8-CC41-89A4-B56C12A446E6}" srcOrd="0" destOrd="0" presId="urn:microsoft.com/office/officeart/2016/7/layout/RepeatingBendingProcessNew"/>
    <dgm:cxn modelId="{A0F14471-E2B0-B64F-A68C-4A50BF8DD447}" type="presParOf" srcId="{6074B70E-71BC-8C41-9EC5-C055B3E7452D}" destId="{00B40F6A-C86C-D341-8DBD-77BA87142B26}" srcOrd="6" destOrd="0" presId="urn:microsoft.com/office/officeart/2016/7/layout/RepeatingBendingProcessNew"/>
    <dgm:cxn modelId="{8DC5188E-F09E-A54E-AB6C-3FC42A4DB496}" type="presParOf" srcId="{6074B70E-71BC-8C41-9EC5-C055B3E7452D}" destId="{6A7EF07E-179E-524F-B49A-8A0E9731AB1A}" srcOrd="7" destOrd="0" presId="urn:microsoft.com/office/officeart/2016/7/layout/RepeatingBendingProcessNew"/>
    <dgm:cxn modelId="{0BEAEDC0-3563-3843-97B2-DE2763719294}" type="presParOf" srcId="{6A7EF07E-179E-524F-B49A-8A0E9731AB1A}" destId="{4B82899F-2550-664B-8CBC-F27072C7E837}" srcOrd="0" destOrd="0" presId="urn:microsoft.com/office/officeart/2016/7/layout/RepeatingBendingProcessNew"/>
    <dgm:cxn modelId="{1B092D0F-C98B-8145-9DB0-FC240FCFA9B4}" type="presParOf" srcId="{6074B70E-71BC-8C41-9EC5-C055B3E7452D}" destId="{7AAE1073-C61B-CA45-8D66-8D90A4D2A7A9}" srcOrd="8" destOrd="0" presId="urn:microsoft.com/office/officeart/2016/7/layout/RepeatingBendingProcessNew"/>
    <dgm:cxn modelId="{4D7BC521-657F-9949-8A5F-960E8A05207A}" type="presParOf" srcId="{6074B70E-71BC-8C41-9EC5-C055B3E7452D}" destId="{75A8E570-6E34-0840-90FC-E3ED7F825DBE}" srcOrd="9" destOrd="0" presId="urn:microsoft.com/office/officeart/2016/7/layout/RepeatingBendingProcessNew"/>
    <dgm:cxn modelId="{EE3D0DF3-779D-2F4A-8FF5-0011CD2305F9}" type="presParOf" srcId="{75A8E570-6E34-0840-90FC-E3ED7F825DBE}" destId="{8F1AEA8D-5053-5D44-807C-4ECDBE6C2C80}" srcOrd="0" destOrd="0" presId="urn:microsoft.com/office/officeart/2016/7/layout/RepeatingBendingProcessNew"/>
    <dgm:cxn modelId="{6BEE3006-6492-C045-8CD1-F33A49B5967A}" type="presParOf" srcId="{6074B70E-71BC-8C41-9EC5-C055B3E7452D}" destId="{75B74F34-8DB8-3244-B236-B789E560BFA4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82BFDED-227F-4FAC-B81B-B950E423A223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C1AAAA0-CCDB-4536-B37E-AC1F1669C20F}">
      <dgm:prSet/>
      <dgm:spPr/>
      <dgm:t>
        <a:bodyPr/>
        <a:lstStyle/>
        <a:p>
          <a:r>
            <a:rPr lang="en-US"/>
            <a:t>NETSCOUT Arbor Edge Defense</a:t>
          </a:r>
        </a:p>
      </dgm:t>
    </dgm:pt>
    <dgm:pt modelId="{CCAD2C50-D74C-4934-97A8-CDFD0727CF57}" type="parTrans" cxnId="{9D2E48AF-8D9C-4349-B372-62CC3AE08863}">
      <dgm:prSet/>
      <dgm:spPr/>
      <dgm:t>
        <a:bodyPr/>
        <a:lstStyle/>
        <a:p>
          <a:endParaRPr lang="en-US"/>
        </a:p>
      </dgm:t>
    </dgm:pt>
    <dgm:pt modelId="{B2BDFC76-7D2F-4708-9119-7D67EDBBD284}" type="sibTrans" cxnId="{9D2E48AF-8D9C-4349-B372-62CC3AE08863}">
      <dgm:prSet/>
      <dgm:spPr/>
      <dgm:t>
        <a:bodyPr/>
        <a:lstStyle/>
        <a:p>
          <a:endParaRPr lang="en-US"/>
        </a:p>
      </dgm:t>
    </dgm:pt>
    <dgm:pt modelId="{F71AD5BC-A5FE-40E4-BD15-282AB66BEB18}">
      <dgm:prSet/>
      <dgm:spPr/>
      <dgm:t>
        <a:bodyPr/>
        <a:lstStyle/>
        <a:p>
          <a:r>
            <a:rPr lang="en-US"/>
            <a:t>99.85% accuracy, $100K-500K+ annually</a:t>
          </a:r>
        </a:p>
      </dgm:t>
    </dgm:pt>
    <dgm:pt modelId="{813F507B-2EE7-4394-B1F0-EA3CCFC7BB20}" type="parTrans" cxnId="{B5DBE888-691F-4F2F-837E-7AA726500E6A}">
      <dgm:prSet/>
      <dgm:spPr/>
      <dgm:t>
        <a:bodyPr/>
        <a:lstStyle/>
        <a:p>
          <a:endParaRPr lang="en-US"/>
        </a:p>
      </dgm:t>
    </dgm:pt>
    <dgm:pt modelId="{5F702C63-4F5F-4315-801D-CC47DBF85185}" type="sibTrans" cxnId="{B5DBE888-691F-4F2F-837E-7AA726500E6A}">
      <dgm:prSet/>
      <dgm:spPr/>
      <dgm:t>
        <a:bodyPr/>
        <a:lstStyle/>
        <a:p>
          <a:endParaRPr lang="en-US"/>
        </a:p>
      </dgm:t>
    </dgm:pt>
    <dgm:pt modelId="{CF3813CE-D9DF-44B2-BF80-D10EFAC03A41}">
      <dgm:prSet/>
      <dgm:spPr/>
      <dgm:t>
        <a:bodyPr/>
        <a:lstStyle/>
        <a:p>
          <a:r>
            <a:rPr lang="en-US"/>
            <a:t>Bayesian probability and unsupervised ML</a:t>
          </a:r>
        </a:p>
      </dgm:t>
    </dgm:pt>
    <dgm:pt modelId="{47689354-5963-4A04-9679-0D2F8E6178C4}" type="parTrans" cxnId="{5010203D-F696-4927-8733-BF35A66EA908}">
      <dgm:prSet/>
      <dgm:spPr/>
      <dgm:t>
        <a:bodyPr/>
        <a:lstStyle/>
        <a:p>
          <a:endParaRPr lang="en-US"/>
        </a:p>
      </dgm:t>
    </dgm:pt>
    <dgm:pt modelId="{553FBD2F-F0F9-49B2-838E-5CF87DCBC07F}" type="sibTrans" cxnId="{5010203D-F696-4927-8733-BF35A66EA908}">
      <dgm:prSet/>
      <dgm:spPr/>
      <dgm:t>
        <a:bodyPr/>
        <a:lstStyle/>
        <a:p>
          <a:endParaRPr lang="en-US"/>
        </a:p>
      </dgm:t>
    </dgm:pt>
    <dgm:pt modelId="{8A108FC9-D635-40F3-BF45-B839085D8F8E}">
      <dgm:prSet/>
      <dgm:spPr/>
      <dgm:t>
        <a:bodyPr/>
        <a:lstStyle/>
        <a:p>
          <a:r>
            <a:rPr lang="en-US"/>
            <a:t>Cloudflare Adaptive DDoS Protection</a:t>
          </a:r>
        </a:p>
      </dgm:t>
    </dgm:pt>
    <dgm:pt modelId="{9CAA5292-95FF-4754-8450-86DAFDEAD44B}" type="parTrans" cxnId="{3BC39D22-EC18-491B-AFE2-3AA3EBEA585B}">
      <dgm:prSet/>
      <dgm:spPr/>
      <dgm:t>
        <a:bodyPr/>
        <a:lstStyle/>
        <a:p>
          <a:endParaRPr lang="en-US"/>
        </a:p>
      </dgm:t>
    </dgm:pt>
    <dgm:pt modelId="{5AE2C373-0C33-40E5-9956-2DF1FC61D2CF}" type="sibTrans" cxnId="{3BC39D22-EC18-491B-AFE2-3AA3EBEA585B}">
      <dgm:prSet/>
      <dgm:spPr/>
      <dgm:t>
        <a:bodyPr/>
        <a:lstStyle/>
        <a:p>
          <a:endParaRPr lang="en-US"/>
        </a:p>
      </dgm:t>
    </dgm:pt>
    <dgm:pt modelId="{45E8B055-EEB3-4E1E-8E4B-B13AB8D312E4}">
      <dgm:prSet/>
      <dgm:spPr/>
      <dgm:t>
        <a:bodyPr/>
        <a:lstStyle/>
        <a:p>
          <a:r>
            <a:rPr lang="en-US"/>
            <a:t>99.75% accuracy, $10K-100K+ annually</a:t>
          </a:r>
        </a:p>
      </dgm:t>
    </dgm:pt>
    <dgm:pt modelId="{C7EFEF78-BCFB-4478-97A9-8B9A183F3E98}" type="parTrans" cxnId="{4B63CC8F-7CB6-4F97-8FFC-75FD263AA284}">
      <dgm:prSet/>
      <dgm:spPr/>
      <dgm:t>
        <a:bodyPr/>
        <a:lstStyle/>
        <a:p>
          <a:endParaRPr lang="en-US"/>
        </a:p>
      </dgm:t>
    </dgm:pt>
    <dgm:pt modelId="{43EDF1D7-A218-46B7-9A8A-452967FF07F1}" type="sibTrans" cxnId="{4B63CC8F-7CB6-4F97-8FFC-75FD263AA284}">
      <dgm:prSet/>
      <dgm:spPr/>
      <dgm:t>
        <a:bodyPr/>
        <a:lstStyle/>
        <a:p>
          <a:endParaRPr lang="en-US"/>
        </a:p>
      </dgm:t>
    </dgm:pt>
    <dgm:pt modelId="{84F31659-D8BE-47CD-8AF9-87DB08EC2925}">
      <dgm:prSet/>
      <dgm:spPr/>
      <dgm:t>
        <a:bodyPr/>
        <a:lstStyle/>
        <a:p>
          <a:r>
            <a:rPr lang="en-US"/>
            <a:t>Dimensional profiling and behavioral learning</a:t>
          </a:r>
        </a:p>
      </dgm:t>
    </dgm:pt>
    <dgm:pt modelId="{1A4E8AFA-5ACE-435D-80BB-D1D7C59AEDAE}" type="parTrans" cxnId="{3A530911-C098-49D6-8EBC-F0DFD82C93E7}">
      <dgm:prSet/>
      <dgm:spPr/>
      <dgm:t>
        <a:bodyPr/>
        <a:lstStyle/>
        <a:p>
          <a:endParaRPr lang="en-US"/>
        </a:p>
      </dgm:t>
    </dgm:pt>
    <dgm:pt modelId="{3A36B2EF-18A7-4D1E-90B7-C07B41565750}" type="sibTrans" cxnId="{3A530911-C098-49D6-8EBC-F0DFD82C93E7}">
      <dgm:prSet/>
      <dgm:spPr/>
      <dgm:t>
        <a:bodyPr/>
        <a:lstStyle/>
        <a:p>
          <a:endParaRPr lang="en-US"/>
        </a:p>
      </dgm:t>
    </dgm:pt>
    <dgm:pt modelId="{E1EA567B-F8D2-4215-BD0E-60D2A84D1C9B}">
      <dgm:prSet/>
      <dgm:spPr/>
      <dgm:t>
        <a:bodyPr/>
        <a:lstStyle/>
        <a:p>
          <a:r>
            <a:rPr lang="en-US"/>
            <a:t>Radware DefensePro X</a:t>
          </a:r>
        </a:p>
      </dgm:t>
    </dgm:pt>
    <dgm:pt modelId="{334591C6-D88C-452D-94AA-69C41B566860}" type="parTrans" cxnId="{53E910EA-D2CC-4CA3-AB66-0280330CB9D1}">
      <dgm:prSet/>
      <dgm:spPr/>
      <dgm:t>
        <a:bodyPr/>
        <a:lstStyle/>
        <a:p>
          <a:endParaRPr lang="en-US"/>
        </a:p>
      </dgm:t>
    </dgm:pt>
    <dgm:pt modelId="{948C14E9-B4C2-4441-A870-D55828E9C195}" type="sibTrans" cxnId="{53E910EA-D2CC-4CA3-AB66-0280330CB9D1}">
      <dgm:prSet/>
      <dgm:spPr/>
      <dgm:t>
        <a:bodyPr/>
        <a:lstStyle/>
        <a:p>
          <a:endParaRPr lang="en-US"/>
        </a:p>
      </dgm:t>
    </dgm:pt>
    <dgm:pt modelId="{786CC466-F4BA-4196-B15A-FDFBB10B5C3C}">
      <dgm:prSet/>
      <dgm:spPr/>
      <dgm:t>
        <a:bodyPr/>
        <a:lstStyle/>
        <a:p>
          <a:r>
            <a:rPr lang="en-US"/>
            <a:t>99.80% accuracy, $50K-300K+ annually</a:t>
          </a:r>
        </a:p>
      </dgm:t>
    </dgm:pt>
    <dgm:pt modelId="{B281D351-D807-4C1F-B177-EC0BEB1E415D}" type="parTrans" cxnId="{666B9EE3-34C5-480B-ADA8-F2A62F72F825}">
      <dgm:prSet/>
      <dgm:spPr/>
      <dgm:t>
        <a:bodyPr/>
        <a:lstStyle/>
        <a:p>
          <a:endParaRPr lang="en-US"/>
        </a:p>
      </dgm:t>
    </dgm:pt>
    <dgm:pt modelId="{7CC2DFEC-5AC7-44B1-BA8B-0392F701B49F}" type="sibTrans" cxnId="{666B9EE3-34C5-480B-ADA8-F2A62F72F825}">
      <dgm:prSet/>
      <dgm:spPr/>
      <dgm:t>
        <a:bodyPr/>
        <a:lstStyle/>
        <a:p>
          <a:endParaRPr lang="en-US"/>
        </a:p>
      </dgm:t>
    </dgm:pt>
    <dgm:pt modelId="{FFF4C0CD-E186-426A-AB58-A8B148282D61}">
      <dgm:prSet/>
      <dgm:spPr/>
      <dgm:t>
        <a:bodyPr/>
        <a:lstStyle/>
        <a:p>
          <a:r>
            <a:rPr lang="en-US"/>
            <a:t>Behavior-based detection with real-time signatures</a:t>
          </a:r>
        </a:p>
      </dgm:t>
    </dgm:pt>
    <dgm:pt modelId="{B31C9FE2-ACB5-4AB1-A2E1-82A7FC421F5A}" type="parTrans" cxnId="{14FE5848-44F6-4DE8-849E-D1BC17D0CBB0}">
      <dgm:prSet/>
      <dgm:spPr/>
      <dgm:t>
        <a:bodyPr/>
        <a:lstStyle/>
        <a:p>
          <a:endParaRPr lang="en-US"/>
        </a:p>
      </dgm:t>
    </dgm:pt>
    <dgm:pt modelId="{40BEBD04-82AD-4A6B-9395-E97FBB211E74}" type="sibTrans" cxnId="{14FE5848-44F6-4DE8-849E-D1BC17D0CBB0}">
      <dgm:prSet/>
      <dgm:spPr/>
      <dgm:t>
        <a:bodyPr/>
        <a:lstStyle/>
        <a:p>
          <a:endParaRPr lang="en-US"/>
        </a:p>
      </dgm:t>
    </dgm:pt>
    <dgm:pt modelId="{87B54046-A5AD-1442-8AF1-65A9E780F8C3}" type="pres">
      <dgm:prSet presAssocID="{A82BFDED-227F-4FAC-B81B-B950E423A223}" presName="linear" presStyleCnt="0">
        <dgm:presLayoutVars>
          <dgm:dir/>
          <dgm:animLvl val="lvl"/>
          <dgm:resizeHandles val="exact"/>
        </dgm:presLayoutVars>
      </dgm:prSet>
      <dgm:spPr/>
    </dgm:pt>
    <dgm:pt modelId="{7235F65E-2112-994E-B3A1-662E31B388EB}" type="pres">
      <dgm:prSet presAssocID="{2C1AAAA0-CCDB-4536-B37E-AC1F1669C20F}" presName="parentLin" presStyleCnt="0"/>
      <dgm:spPr/>
    </dgm:pt>
    <dgm:pt modelId="{98B5AC91-CC18-134C-9EA8-96669057A17E}" type="pres">
      <dgm:prSet presAssocID="{2C1AAAA0-CCDB-4536-B37E-AC1F1669C20F}" presName="parentLeftMargin" presStyleLbl="node1" presStyleIdx="0" presStyleCnt="3"/>
      <dgm:spPr/>
    </dgm:pt>
    <dgm:pt modelId="{DD403F52-7220-6146-BE10-093E6A6889CC}" type="pres">
      <dgm:prSet presAssocID="{2C1AAAA0-CCDB-4536-B37E-AC1F1669C20F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15336BC-26BE-A044-BACC-1C10F5837E25}" type="pres">
      <dgm:prSet presAssocID="{2C1AAAA0-CCDB-4536-B37E-AC1F1669C20F}" presName="negativeSpace" presStyleCnt="0"/>
      <dgm:spPr/>
    </dgm:pt>
    <dgm:pt modelId="{B36E6A85-8252-864D-82D5-0885586C32D5}" type="pres">
      <dgm:prSet presAssocID="{2C1AAAA0-CCDB-4536-B37E-AC1F1669C20F}" presName="childText" presStyleLbl="conFgAcc1" presStyleIdx="0" presStyleCnt="3">
        <dgm:presLayoutVars>
          <dgm:bulletEnabled val="1"/>
        </dgm:presLayoutVars>
      </dgm:prSet>
      <dgm:spPr/>
    </dgm:pt>
    <dgm:pt modelId="{6436AEB4-595E-C747-8733-D6FFA3E135F7}" type="pres">
      <dgm:prSet presAssocID="{B2BDFC76-7D2F-4708-9119-7D67EDBBD284}" presName="spaceBetweenRectangles" presStyleCnt="0"/>
      <dgm:spPr/>
    </dgm:pt>
    <dgm:pt modelId="{20494C15-9766-124A-B53B-6610AAC1EC8D}" type="pres">
      <dgm:prSet presAssocID="{8A108FC9-D635-40F3-BF45-B839085D8F8E}" presName="parentLin" presStyleCnt="0"/>
      <dgm:spPr/>
    </dgm:pt>
    <dgm:pt modelId="{A8B49381-4F3A-A14A-83DF-71E2F4A9B5A7}" type="pres">
      <dgm:prSet presAssocID="{8A108FC9-D635-40F3-BF45-B839085D8F8E}" presName="parentLeftMargin" presStyleLbl="node1" presStyleIdx="0" presStyleCnt="3"/>
      <dgm:spPr/>
    </dgm:pt>
    <dgm:pt modelId="{5E859CF3-6CC2-1A46-B02B-9A576E8F2456}" type="pres">
      <dgm:prSet presAssocID="{8A108FC9-D635-40F3-BF45-B839085D8F8E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017F0620-7895-9144-817A-464DBCD04D40}" type="pres">
      <dgm:prSet presAssocID="{8A108FC9-D635-40F3-BF45-B839085D8F8E}" presName="negativeSpace" presStyleCnt="0"/>
      <dgm:spPr/>
    </dgm:pt>
    <dgm:pt modelId="{50BE1873-7B73-BA42-B8C7-5BFC6693AAA2}" type="pres">
      <dgm:prSet presAssocID="{8A108FC9-D635-40F3-BF45-B839085D8F8E}" presName="childText" presStyleLbl="conFgAcc1" presStyleIdx="1" presStyleCnt="3">
        <dgm:presLayoutVars>
          <dgm:bulletEnabled val="1"/>
        </dgm:presLayoutVars>
      </dgm:prSet>
      <dgm:spPr/>
    </dgm:pt>
    <dgm:pt modelId="{D639D977-7695-334A-8584-FCD78ED588D4}" type="pres">
      <dgm:prSet presAssocID="{5AE2C373-0C33-40E5-9956-2DF1FC61D2CF}" presName="spaceBetweenRectangles" presStyleCnt="0"/>
      <dgm:spPr/>
    </dgm:pt>
    <dgm:pt modelId="{B5C04F2A-9D19-3E44-9396-41CA5CCE23A1}" type="pres">
      <dgm:prSet presAssocID="{E1EA567B-F8D2-4215-BD0E-60D2A84D1C9B}" presName="parentLin" presStyleCnt="0"/>
      <dgm:spPr/>
    </dgm:pt>
    <dgm:pt modelId="{9209640C-E1EB-C24C-892E-34C7D6127570}" type="pres">
      <dgm:prSet presAssocID="{E1EA567B-F8D2-4215-BD0E-60D2A84D1C9B}" presName="parentLeftMargin" presStyleLbl="node1" presStyleIdx="1" presStyleCnt="3"/>
      <dgm:spPr/>
    </dgm:pt>
    <dgm:pt modelId="{A79EACB1-F2A5-C047-B9E4-C56D9EA62DFB}" type="pres">
      <dgm:prSet presAssocID="{E1EA567B-F8D2-4215-BD0E-60D2A84D1C9B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53AEDFF1-22A2-0043-8455-9AB26AADDE42}" type="pres">
      <dgm:prSet presAssocID="{E1EA567B-F8D2-4215-BD0E-60D2A84D1C9B}" presName="negativeSpace" presStyleCnt="0"/>
      <dgm:spPr/>
    </dgm:pt>
    <dgm:pt modelId="{A4CA8CB0-4E01-4F44-BF06-FD16F3206F40}" type="pres">
      <dgm:prSet presAssocID="{E1EA567B-F8D2-4215-BD0E-60D2A84D1C9B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8E4D1605-7E49-5545-8B74-776E5A358366}" type="presOf" srcId="{45E8B055-EEB3-4E1E-8E4B-B13AB8D312E4}" destId="{50BE1873-7B73-BA42-B8C7-5BFC6693AAA2}" srcOrd="0" destOrd="0" presId="urn:microsoft.com/office/officeart/2005/8/layout/list1"/>
    <dgm:cxn modelId="{3A530911-C098-49D6-8EBC-F0DFD82C93E7}" srcId="{8A108FC9-D635-40F3-BF45-B839085D8F8E}" destId="{84F31659-D8BE-47CD-8AF9-87DB08EC2925}" srcOrd="1" destOrd="0" parTransId="{1A4E8AFA-5ACE-435D-80BB-D1D7C59AEDAE}" sibTransId="{3A36B2EF-18A7-4D1E-90B7-C07B41565750}"/>
    <dgm:cxn modelId="{2952FE13-2E72-0748-BE45-D001AC5B6E0F}" type="presOf" srcId="{CF3813CE-D9DF-44B2-BF80-D10EFAC03A41}" destId="{B36E6A85-8252-864D-82D5-0885586C32D5}" srcOrd="0" destOrd="1" presId="urn:microsoft.com/office/officeart/2005/8/layout/list1"/>
    <dgm:cxn modelId="{3BC39D22-EC18-491B-AFE2-3AA3EBEA585B}" srcId="{A82BFDED-227F-4FAC-B81B-B950E423A223}" destId="{8A108FC9-D635-40F3-BF45-B839085D8F8E}" srcOrd="1" destOrd="0" parTransId="{9CAA5292-95FF-4754-8450-86DAFDEAD44B}" sibTransId="{5AE2C373-0C33-40E5-9956-2DF1FC61D2CF}"/>
    <dgm:cxn modelId="{6DBCBB26-D77F-8E44-85A1-BCB51DB5E667}" type="presOf" srcId="{2C1AAAA0-CCDB-4536-B37E-AC1F1669C20F}" destId="{98B5AC91-CC18-134C-9EA8-96669057A17E}" srcOrd="0" destOrd="0" presId="urn:microsoft.com/office/officeart/2005/8/layout/list1"/>
    <dgm:cxn modelId="{B4A03729-82E8-924B-8046-DEF845374E38}" type="presOf" srcId="{786CC466-F4BA-4196-B15A-FDFBB10B5C3C}" destId="{A4CA8CB0-4E01-4F44-BF06-FD16F3206F40}" srcOrd="0" destOrd="0" presId="urn:microsoft.com/office/officeart/2005/8/layout/list1"/>
    <dgm:cxn modelId="{5010203D-F696-4927-8733-BF35A66EA908}" srcId="{2C1AAAA0-CCDB-4536-B37E-AC1F1669C20F}" destId="{CF3813CE-D9DF-44B2-BF80-D10EFAC03A41}" srcOrd="1" destOrd="0" parTransId="{47689354-5963-4A04-9679-0D2F8E6178C4}" sibTransId="{553FBD2F-F0F9-49B2-838E-5CF87DCBC07F}"/>
    <dgm:cxn modelId="{B723B940-A226-544E-85A1-A352DA6902F8}" type="presOf" srcId="{FFF4C0CD-E186-426A-AB58-A8B148282D61}" destId="{A4CA8CB0-4E01-4F44-BF06-FD16F3206F40}" srcOrd="0" destOrd="1" presId="urn:microsoft.com/office/officeart/2005/8/layout/list1"/>
    <dgm:cxn modelId="{D3A8AC46-9335-B547-8E3A-2AC5746A7E78}" type="presOf" srcId="{A82BFDED-227F-4FAC-B81B-B950E423A223}" destId="{87B54046-A5AD-1442-8AF1-65A9E780F8C3}" srcOrd="0" destOrd="0" presId="urn:microsoft.com/office/officeart/2005/8/layout/list1"/>
    <dgm:cxn modelId="{14FE5848-44F6-4DE8-849E-D1BC17D0CBB0}" srcId="{E1EA567B-F8D2-4215-BD0E-60D2A84D1C9B}" destId="{FFF4C0CD-E186-426A-AB58-A8B148282D61}" srcOrd="1" destOrd="0" parTransId="{B31C9FE2-ACB5-4AB1-A2E1-82A7FC421F5A}" sibTransId="{40BEBD04-82AD-4A6B-9395-E97FBB211E74}"/>
    <dgm:cxn modelId="{A1EFD868-5877-E742-9491-504261B851B8}" type="presOf" srcId="{8A108FC9-D635-40F3-BF45-B839085D8F8E}" destId="{5E859CF3-6CC2-1A46-B02B-9A576E8F2456}" srcOrd="1" destOrd="0" presId="urn:microsoft.com/office/officeart/2005/8/layout/list1"/>
    <dgm:cxn modelId="{B5DBE888-691F-4F2F-837E-7AA726500E6A}" srcId="{2C1AAAA0-CCDB-4536-B37E-AC1F1669C20F}" destId="{F71AD5BC-A5FE-40E4-BD15-282AB66BEB18}" srcOrd="0" destOrd="0" parTransId="{813F507B-2EE7-4394-B1F0-EA3CCFC7BB20}" sibTransId="{5F702C63-4F5F-4315-801D-CC47DBF85185}"/>
    <dgm:cxn modelId="{4B63CC8F-7CB6-4F97-8FFC-75FD263AA284}" srcId="{8A108FC9-D635-40F3-BF45-B839085D8F8E}" destId="{45E8B055-EEB3-4E1E-8E4B-B13AB8D312E4}" srcOrd="0" destOrd="0" parTransId="{C7EFEF78-BCFB-4478-97A9-8B9A183F3E98}" sibTransId="{43EDF1D7-A218-46B7-9A8A-452967FF07F1}"/>
    <dgm:cxn modelId="{6F3F0B91-1D6D-804B-BC93-D7BEB12F478E}" type="presOf" srcId="{E1EA567B-F8D2-4215-BD0E-60D2A84D1C9B}" destId="{9209640C-E1EB-C24C-892E-34C7D6127570}" srcOrd="0" destOrd="0" presId="urn:microsoft.com/office/officeart/2005/8/layout/list1"/>
    <dgm:cxn modelId="{9D2E48AF-8D9C-4349-B372-62CC3AE08863}" srcId="{A82BFDED-227F-4FAC-B81B-B950E423A223}" destId="{2C1AAAA0-CCDB-4536-B37E-AC1F1669C20F}" srcOrd="0" destOrd="0" parTransId="{CCAD2C50-D74C-4934-97A8-CDFD0727CF57}" sibTransId="{B2BDFC76-7D2F-4708-9119-7D67EDBBD284}"/>
    <dgm:cxn modelId="{B8D919D3-3B90-6448-95E5-FD9373F90D8A}" type="presOf" srcId="{8A108FC9-D635-40F3-BF45-B839085D8F8E}" destId="{A8B49381-4F3A-A14A-83DF-71E2F4A9B5A7}" srcOrd="0" destOrd="0" presId="urn:microsoft.com/office/officeart/2005/8/layout/list1"/>
    <dgm:cxn modelId="{B0FE10D4-A592-1746-8837-15A2F34F3897}" type="presOf" srcId="{84F31659-D8BE-47CD-8AF9-87DB08EC2925}" destId="{50BE1873-7B73-BA42-B8C7-5BFC6693AAA2}" srcOrd="0" destOrd="1" presId="urn:microsoft.com/office/officeart/2005/8/layout/list1"/>
    <dgm:cxn modelId="{4A4657D6-08C8-0045-A47B-1E9BD2607F82}" type="presOf" srcId="{2C1AAAA0-CCDB-4536-B37E-AC1F1669C20F}" destId="{DD403F52-7220-6146-BE10-093E6A6889CC}" srcOrd="1" destOrd="0" presId="urn:microsoft.com/office/officeart/2005/8/layout/list1"/>
    <dgm:cxn modelId="{A16CF1DB-47E7-8E46-9A87-9E2AFA459C38}" type="presOf" srcId="{F71AD5BC-A5FE-40E4-BD15-282AB66BEB18}" destId="{B36E6A85-8252-864D-82D5-0885586C32D5}" srcOrd="0" destOrd="0" presId="urn:microsoft.com/office/officeart/2005/8/layout/list1"/>
    <dgm:cxn modelId="{0A7717E0-D2CC-DE40-9D23-48A01DBA12CC}" type="presOf" srcId="{E1EA567B-F8D2-4215-BD0E-60D2A84D1C9B}" destId="{A79EACB1-F2A5-C047-B9E4-C56D9EA62DFB}" srcOrd="1" destOrd="0" presId="urn:microsoft.com/office/officeart/2005/8/layout/list1"/>
    <dgm:cxn modelId="{666B9EE3-34C5-480B-ADA8-F2A62F72F825}" srcId="{E1EA567B-F8D2-4215-BD0E-60D2A84D1C9B}" destId="{786CC466-F4BA-4196-B15A-FDFBB10B5C3C}" srcOrd="0" destOrd="0" parTransId="{B281D351-D807-4C1F-B177-EC0BEB1E415D}" sibTransId="{7CC2DFEC-5AC7-44B1-BA8B-0392F701B49F}"/>
    <dgm:cxn modelId="{53E910EA-D2CC-4CA3-AB66-0280330CB9D1}" srcId="{A82BFDED-227F-4FAC-B81B-B950E423A223}" destId="{E1EA567B-F8D2-4215-BD0E-60D2A84D1C9B}" srcOrd="2" destOrd="0" parTransId="{334591C6-D88C-452D-94AA-69C41B566860}" sibTransId="{948C14E9-B4C2-4441-A870-D55828E9C195}"/>
    <dgm:cxn modelId="{9BF41562-6328-BF4E-8CE6-F50748033A11}" type="presParOf" srcId="{87B54046-A5AD-1442-8AF1-65A9E780F8C3}" destId="{7235F65E-2112-994E-B3A1-662E31B388EB}" srcOrd="0" destOrd="0" presId="urn:microsoft.com/office/officeart/2005/8/layout/list1"/>
    <dgm:cxn modelId="{4A922F6F-00F9-6B49-ABF0-237D0AB80048}" type="presParOf" srcId="{7235F65E-2112-994E-B3A1-662E31B388EB}" destId="{98B5AC91-CC18-134C-9EA8-96669057A17E}" srcOrd="0" destOrd="0" presId="urn:microsoft.com/office/officeart/2005/8/layout/list1"/>
    <dgm:cxn modelId="{6E3C3188-7437-6342-B093-497FCC1510D2}" type="presParOf" srcId="{7235F65E-2112-994E-B3A1-662E31B388EB}" destId="{DD403F52-7220-6146-BE10-093E6A6889CC}" srcOrd="1" destOrd="0" presId="urn:microsoft.com/office/officeart/2005/8/layout/list1"/>
    <dgm:cxn modelId="{D7D459A4-A305-BB48-848B-A9B2C7B4D49E}" type="presParOf" srcId="{87B54046-A5AD-1442-8AF1-65A9E780F8C3}" destId="{F15336BC-26BE-A044-BACC-1C10F5837E25}" srcOrd="1" destOrd="0" presId="urn:microsoft.com/office/officeart/2005/8/layout/list1"/>
    <dgm:cxn modelId="{CA409665-D000-154C-BA8D-2BF98C8FA7D6}" type="presParOf" srcId="{87B54046-A5AD-1442-8AF1-65A9E780F8C3}" destId="{B36E6A85-8252-864D-82D5-0885586C32D5}" srcOrd="2" destOrd="0" presId="urn:microsoft.com/office/officeart/2005/8/layout/list1"/>
    <dgm:cxn modelId="{D012BC92-24AB-DB4B-A5F8-0FB495BDD410}" type="presParOf" srcId="{87B54046-A5AD-1442-8AF1-65A9E780F8C3}" destId="{6436AEB4-595E-C747-8733-D6FFA3E135F7}" srcOrd="3" destOrd="0" presId="urn:microsoft.com/office/officeart/2005/8/layout/list1"/>
    <dgm:cxn modelId="{9F96B8B8-DC7B-AF40-AA90-D76DDA22629F}" type="presParOf" srcId="{87B54046-A5AD-1442-8AF1-65A9E780F8C3}" destId="{20494C15-9766-124A-B53B-6610AAC1EC8D}" srcOrd="4" destOrd="0" presId="urn:microsoft.com/office/officeart/2005/8/layout/list1"/>
    <dgm:cxn modelId="{F6A00072-115C-3E4E-97BC-C4551CF29E27}" type="presParOf" srcId="{20494C15-9766-124A-B53B-6610AAC1EC8D}" destId="{A8B49381-4F3A-A14A-83DF-71E2F4A9B5A7}" srcOrd="0" destOrd="0" presId="urn:microsoft.com/office/officeart/2005/8/layout/list1"/>
    <dgm:cxn modelId="{9099C879-61DD-134C-BA33-7147D3C7C843}" type="presParOf" srcId="{20494C15-9766-124A-B53B-6610AAC1EC8D}" destId="{5E859CF3-6CC2-1A46-B02B-9A576E8F2456}" srcOrd="1" destOrd="0" presId="urn:microsoft.com/office/officeart/2005/8/layout/list1"/>
    <dgm:cxn modelId="{EE03F364-C9F0-7448-BAD5-D6A3B4067245}" type="presParOf" srcId="{87B54046-A5AD-1442-8AF1-65A9E780F8C3}" destId="{017F0620-7895-9144-817A-464DBCD04D40}" srcOrd="5" destOrd="0" presId="urn:microsoft.com/office/officeart/2005/8/layout/list1"/>
    <dgm:cxn modelId="{CD2A2896-00AE-1947-BB7F-6A02BDEDAFEA}" type="presParOf" srcId="{87B54046-A5AD-1442-8AF1-65A9E780F8C3}" destId="{50BE1873-7B73-BA42-B8C7-5BFC6693AAA2}" srcOrd="6" destOrd="0" presId="urn:microsoft.com/office/officeart/2005/8/layout/list1"/>
    <dgm:cxn modelId="{317F6CBD-3583-C543-893E-CBC273860BEA}" type="presParOf" srcId="{87B54046-A5AD-1442-8AF1-65A9E780F8C3}" destId="{D639D977-7695-334A-8584-FCD78ED588D4}" srcOrd="7" destOrd="0" presId="urn:microsoft.com/office/officeart/2005/8/layout/list1"/>
    <dgm:cxn modelId="{7B5B11CB-2E78-3346-8B85-A2074A9E7C4B}" type="presParOf" srcId="{87B54046-A5AD-1442-8AF1-65A9E780F8C3}" destId="{B5C04F2A-9D19-3E44-9396-41CA5CCE23A1}" srcOrd="8" destOrd="0" presId="urn:microsoft.com/office/officeart/2005/8/layout/list1"/>
    <dgm:cxn modelId="{F15CF5D1-58DB-074A-979B-AAA18394F90D}" type="presParOf" srcId="{B5C04F2A-9D19-3E44-9396-41CA5CCE23A1}" destId="{9209640C-E1EB-C24C-892E-34C7D6127570}" srcOrd="0" destOrd="0" presId="urn:microsoft.com/office/officeart/2005/8/layout/list1"/>
    <dgm:cxn modelId="{196F51A7-BED0-8E4F-B978-1D5926F3494C}" type="presParOf" srcId="{B5C04F2A-9D19-3E44-9396-41CA5CCE23A1}" destId="{A79EACB1-F2A5-C047-B9E4-C56D9EA62DFB}" srcOrd="1" destOrd="0" presId="urn:microsoft.com/office/officeart/2005/8/layout/list1"/>
    <dgm:cxn modelId="{6DF6FB89-11AC-B441-8B07-1724BDBA23CE}" type="presParOf" srcId="{87B54046-A5AD-1442-8AF1-65A9E780F8C3}" destId="{53AEDFF1-22A2-0043-8455-9AB26AADDE42}" srcOrd="9" destOrd="0" presId="urn:microsoft.com/office/officeart/2005/8/layout/list1"/>
    <dgm:cxn modelId="{C0B30C8D-8570-F841-8AB2-0DF3682725A5}" type="presParOf" srcId="{87B54046-A5AD-1442-8AF1-65A9E780F8C3}" destId="{A4CA8CB0-4E01-4F44-BF06-FD16F3206F40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BB951A6-8EE0-4F2A-A1C0-702C0A4C8B82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5F0B410-2FDF-4865-A6EA-51F9D2BCE7CA}">
      <dgm:prSet/>
      <dgm:spPr/>
      <dgm:t>
        <a:bodyPr/>
        <a:lstStyle/>
        <a:p>
          <a:r>
            <a:rPr lang="en-US"/>
            <a:t>FastNetMon + Morgoth</a:t>
          </a:r>
        </a:p>
      </dgm:t>
    </dgm:pt>
    <dgm:pt modelId="{03D87428-4412-422B-BB21-4403BC9E3F61}" type="parTrans" cxnId="{CB8C0031-581F-481C-8D0C-B0DF4B43CAA0}">
      <dgm:prSet/>
      <dgm:spPr/>
      <dgm:t>
        <a:bodyPr/>
        <a:lstStyle/>
        <a:p>
          <a:endParaRPr lang="en-US"/>
        </a:p>
      </dgm:t>
    </dgm:pt>
    <dgm:pt modelId="{D51A5645-53AE-4F1C-B9AD-CCC74A3887A0}" type="sibTrans" cxnId="{CB8C0031-581F-481C-8D0C-B0DF4B43CAA0}">
      <dgm:prSet/>
      <dgm:spPr/>
      <dgm:t>
        <a:bodyPr/>
        <a:lstStyle/>
        <a:p>
          <a:endParaRPr lang="en-US"/>
        </a:p>
      </dgm:t>
    </dgm:pt>
    <dgm:pt modelId="{0FCC113F-884B-4DDC-B275-70214652175F}">
      <dgm:prSet/>
      <dgm:spPr/>
      <dgm:t>
        <a:bodyPr/>
        <a:lstStyle/>
        <a:p>
          <a:r>
            <a:rPr lang="en-US"/>
            <a:t>95.2% accuracy, statistical traffic profiling</a:t>
          </a:r>
        </a:p>
      </dgm:t>
    </dgm:pt>
    <dgm:pt modelId="{03A45A92-3371-424E-8996-070718663C62}" type="parTrans" cxnId="{228F84CF-855B-47D2-96DA-2A0FA941F16F}">
      <dgm:prSet/>
      <dgm:spPr/>
      <dgm:t>
        <a:bodyPr/>
        <a:lstStyle/>
        <a:p>
          <a:endParaRPr lang="en-US"/>
        </a:p>
      </dgm:t>
    </dgm:pt>
    <dgm:pt modelId="{8BDC6F06-E574-48F2-B615-046FCB8E2C88}" type="sibTrans" cxnId="{228F84CF-855B-47D2-96DA-2A0FA941F16F}">
      <dgm:prSet/>
      <dgm:spPr/>
      <dgm:t>
        <a:bodyPr/>
        <a:lstStyle/>
        <a:p>
          <a:endParaRPr lang="en-US"/>
        </a:p>
      </dgm:t>
    </dgm:pt>
    <dgm:pt modelId="{3389EB1F-C545-4A11-A54A-FEE7164E2784}">
      <dgm:prSet/>
      <dgm:spPr/>
      <dgm:t>
        <a:bodyPr/>
        <a:lstStyle/>
        <a:p>
          <a:r>
            <a:rPr lang="en-US"/>
            <a:t>Limited ML capabilities, requires expertise</a:t>
          </a:r>
        </a:p>
      </dgm:t>
    </dgm:pt>
    <dgm:pt modelId="{D79E2CC0-BFD2-4BAB-BF71-F47E793763F8}" type="parTrans" cxnId="{D7EE4F32-515F-448F-9FD6-0B0C4FDE11C8}">
      <dgm:prSet/>
      <dgm:spPr/>
      <dgm:t>
        <a:bodyPr/>
        <a:lstStyle/>
        <a:p>
          <a:endParaRPr lang="en-US"/>
        </a:p>
      </dgm:t>
    </dgm:pt>
    <dgm:pt modelId="{054479DF-EA5F-4DF4-B050-FF02EEDB9D5B}" type="sibTrans" cxnId="{D7EE4F32-515F-448F-9FD6-0B0C4FDE11C8}">
      <dgm:prSet/>
      <dgm:spPr/>
      <dgm:t>
        <a:bodyPr/>
        <a:lstStyle/>
        <a:p>
          <a:endParaRPr lang="en-US"/>
        </a:p>
      </dgm:t>
    </dgm:pt>
    <dgm:pt modelId="{29E76C69-C463-4E5D-8CC7-524CC33B8551}">
      <dgm:prSet/>
      <dgm:spPr/>
      <dgm:t>
        <a:bodyPr/>
        <a:lstStyle/>
        <a:p>
          <a:r>
            <a:rPr lang="en-US"/>
            <a:t>Suricata with ML Extensions</a:t>
          </a:r>
        </a:p>
      </dgm:t>
    </dgm:pt>
    <dgm:pt modelId="{B8FDF418-0A42-4358-847D-BBB7D1DE60D8}" type="parTrans" cxnId="{B995EEDC-382A-4FEA-A25A-88FBB3CA10AA}">
      <dgm:prSet/>
      <dgm:spPr/>
      <dgm:t>
        <a:bodyPr/>
        <a:lstStyle/>
        <a:p>
          <a:endParaRPr lang="en-US"/>
        </a:p>
      </dgm:t>
    </dgm:pt>
    <dgm:pt modelId="{6F2C56DA-1EA9-4A1C-9EE9-D83FA0B968BF}" type="sibTrans" cxnId="{B995EEDC-382A-4FEA-A25A-88FBB3CA10AA}">
      <dgm:prSet/>
      <dgm:spPr/>
      <dgm:t>
        <a:bodyPr/>
        <a:lstStyle/>
        <a:p>
          <a:endParaRPr lang="en-US"/>
        </a:p>
      </dgm:t>
    </dgm:pt>
    <dgm:pt modelId="{D27AC2B3-4395-417E-BBFE-FB28D8051F18}">
      <dgm:prSet/>
      <dgm:spPr/>
      <dgm:t>
        <a:bodyPr/>
        <a:lstStyle/>
        <a:p>
          <a:r>
            <a:rPr lang="en-US"/>
            <a:t>96.5% accuracy, rule-based with ML enhancements</a:t>
          </a:r>
        </a:p>
      </dgm:t>
    </dgm:pt>
    <dgm:pt modelId="{716713DE-8775-49A3-8543-6E04C54D03A0}" type="parTrans" cxnId="{C9F2B49D-FF19-4434-A652-A0814114BC44}">
      <dgm:prSet/>
      <dgm:spPr/>
      <dgm:t>
        <a:bodyPr/>
        <a:lstStyle/>
        <a:p>
          <a:endParaRPr lang="en-US"/>
        </a:p>
      </dgm:t>
    </dgm:pt>
    <dgm:pt modelId="{EA0DCEF6-B2DB-42C8-B904-BCB58346A2EE}" type="sibTrans" cxnId="{C9F2B49D-FF19-4434-A652-A0814114BC44}">
      <dgm:prSet/>
      <dgm:spPr/>
      <dgm:t>
        <a:bodyPr/>
        <a:lstStyle/>
        <a:p>
          <a:endParaRPr lang="en-US"/>
        </a:p>
      </dgm:t>
    </dgm:pt>
    <dgm:pt modelId="{C2084C58-BB5F-4B6C-AF51-41FC4A925FF7}">
      <dgm:prSet/>
      <dgm:spPr/>
      <dgm:t>
        <a:bodyPr/>
        <a:lstStyle/>
        <a:p>
          <a:r>
            <a:rPr lang="en-US"/>
            <a:t>Resource-intensive, generates false positives</a:t>
          </a:r>
        </a:p>
      </dgm:t>
    </dgm:pt>
    <dgm:pt modelId="{EF489FD7-B117-403F-AF47-F6F0321F0378}" type="parTrans" cxnId="{C07D8AF9-35BE-4B70-A748-9653BF5FAFFD}">
      <dgm:prSet/>
      <dgm:spPr/>
      <dgm:t>
        <a:bodyPr/>
        <a:lstStyle/>
        <a:p>
          <a:endParaRPr lang="en-US"/>
        </a:p>
      </dgm:t>
    </dgm:pt>
    <dgm:pt modelId="{F09392A9-6C91-4BC7-9362-BF921F7579C5}" type="sibTrans" cxnId="{C07D8AF9-35BE-4B70-A748-9653BF5FAFFD}">
      <dgm:prSet/>
      <dgm:spPr/>
      <dgm:t>
        <a:bodyPr/>
        <a:lstStyle/>
        <a:p>
          <a:endParaRPr lang="en-US"/>
        </a:p>
      </dgm:t>
    </dgm:pt>
    <dgm:pt modelId="{E5F5F898-E2BE-46FB-A38F-5BF4457D8969}">
      <dgm:prSet/>
      <dgm:spPr/>
      <dgm:t>
        <a:bodyPr/>
        <a:lstStyle/>
        <a:p>
          <a:r>
            <a:rPr lang="en-US"/>
            <a:t>Learn2ban</a:t>
          </a:r>
        </a:p>
      </dgm:t>
    </dgm:pt>
    <dgm:pt modelId="{75802A3E-B650-46E2-ABD2-F48C57090089}" type="parTrans" cxnId="{E05CF618-D091-42F4-B3BD-A8E1168243D6}">
      <dgm:prSet/>
      <dgm:spPr/>
      <dgm:t>
        <a:bodyPr/>
        <a:lstStyle/>
        <a:p>
          <a:endParaRPr lang="en-US"/>
        </a:p>
      </dgm:t>
    </dgm:pt>
    <dgm:pt modelId="{6D338AA5-4A1E-4F8F-946D-9F3F7299BDF6}" type="sibTrans" cxnId="{E05CF618-D091-42F4-B3BD-A8E1168243D6}">
      <dgm:prSet/>
      <dgm:spPr/>
      <dgm:t>
        <a:bodyPr/>
        <a:lstStyle/>
        <a:p>
          <a:endParaRPr lang="en-US"/>
        </a:p>
      </dgm:t>
    </dgm:pt>
    <dgm:pt modelId="{E768CE8C-68C7-4808-8BAE-574CF168B6C4}">
      <dgm:prSet/>
      <dgm:spPr/>
      <dgm:t>
        <a:bodyPr/>
        <a:lstStyle/>
        <a:p>
          <a:r>
            <a:rPr lang="en-US"/>
            <a:t>90% accuracy, supervised ML with fail2ban</a:t>
          </a:r>
        </a:p>
      </dgm:t>
    </dgm:pt>
    <dgm:pt modelId="{EAC85332-D7BC-4CAA-8717-B9DB5A58162A}" type="parTrans" cxnId="{51C7CC7D-17B1-4BB6-9093-D8A7472B0641}">
      <dgm:prSet/>
      <dgm:spPr/>
      <dgm:t>
        <a:bodyPr/>
        <a:lstStyle/>
        <a:p>
          <a:endParaRPr lang="en-US"/>
        </a:p>
      </dgm:t>
    </dgm:pt>
    <dgm:pt modelId="{35F8758E-EA7D-484B-8019-CEFFA105B781}" type="sibTrans" cxnId="{51C7CC7D-17B1-4BB6-9093-D8A7472B0641}">
      <dgm:prSet/>
      <dgm:spPr/>
      <dgm:t>
        <a:bodyPr/>
        <a:lstStyle/>
        <a:p>
          <a:endParaRPr lang="en-US"/>
        </a:p>
      </dgm:t>
    </dgm:pt>
    <dgm:pt modelId="{F4AA67E9-C7FB-4C84-B669-7DB9AEB30C5F}">
      <dgm:prSet/>
      <dgm:spPr/>
      <dgm:t>
        <a:bodyPr/>
        <a:lstStyle/>
        <a:p>
          <a:r>
            <a:rPr lang="en-US"/>
            <a:t>Older project, limited recent updates</a:t>
          </a:r>
        </a:p>
      </dgm:t>
    </dgm:pt>
    <dgm:pt modelId="{A64166ED-1226-4718-BF05-2826A0542DF8}" type="parTrans" cxnId="{A60532AA-07DD-4EF5-AD01-E1CB34F21AF6}">
      <dgm:prSet/>
      <dgm:spPr/>
      <dgm:t>
        <a:bodyPr/>
        <a:lstStyle/>
        <a:p>
          <a:endParaRPr lang="en-US"/>
        </a:p>
      </dgm:t>
    </dgm:pt>
    <dgm:pt modelId="{847E8707-B295-4815-8DF7-44CF8266F0D5}" type="sibTrans" cxnId="{A60532AA-07DD-4EF5-AD01-E1CB34F21AF6}">
      <dgm:prSet/>
      <dgm:spPr/>
      <dgm:t>
        <a:bodyPr/>
        <a:lstStyle/>
        <a:p>
          <a:endParaRPr lang="en-US"/>
        </a:p>
      </dgm:t>
    </dgm:pt>
    <dgm:pt modelId="{2E93C3BF-A7ED-6F4C-8552-EFF2E96F45CE}" type="pres">
      <dgm:prSet presAssocID="{4BB951A6-8EE0-4F2A-A1C0-702C0A4C8B82}" presName="linear" presStyleCnt="0">
        <dgm:presLayoutVars>
          <dgm:dir/>
          <dgm:animLvl val="lvl"/>
          <dgm:resizeHandles val="exact"/>
        </dgm:presLayoutVars>
      </dgm:prSet>
      <dgm:spPr/>
    </dgm:pt>
    <dgm:pt modelId="{EA4B8F9D-83EF-834A-A043-E8A8F6DD6DD7}" type="pres">
      <dgm:prSet presAssocID="{C5F0B410-2FDF-4865-A6EA-51F9D2BCE7CA}" presName="parentLin" presStyleCnt="0"/>
      <dgm:spPr/>
    </dgm:pt>
    <dgm:pt modelId="{C7C3E7C4-E091-D54D-B99A-52EA174B303B}" type="pres">
      <dgm:prSet presAssocID="{C5F0B410-2FDF-4865-A6EA-51F9D2BCE7CA}" presName="parentLeftMargin" presStyleLbl="node1" presStyleIdx="0" presStyleCnt="3"/>
      <dgm:spPr/>
    </dgm:pt>
    <dgm:pt modelId="{0E8FF7A7-CAA9-AD41-A449-02D78B5E240C}" type="pres">
      <dgm:prSet presAssocID="{C5F0B410-2FDF-4865-A6EA-51F9D2BCE7CA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EE8B64FB-FA2B-8B4C-9E1C-63309B3C91D6}" type="pres">
      <dgm:prSet presAssocID="{C5F0B410-2FDF-4865-A6EA-51F9D2BCE7CA}" presName="negativeSpace" presStyleCnt="0"/>
      <dgm:spPr/>
    </dgm:pt>
    <dgm:pt modelId="{0890A4AA-C806-484E-8D29-B6A6584F47AC}" type="pres">
      <dgm:prSet presAssocID="{C5F0B410-2FDF-4865-A6EA-51F9D2BCE7CA}" presName="childText" presStyleLbl="conFgAcc1" presStyleIdx="0" presStyleCnt="3">
        <dgm:presLayoutVars>
          <dgm:bulletEnabled val="1"/>
        </dgm:presLayoutVars>
      </dgm:prSet>
      <dgm:spPr/>
    </dgm:pt>
    <dgm:pt modelId="{BD4020F3-8656-5B4C-845F-1B8ACD8AC110}" type="pres">
      <dgm:prSet presAssocID="{D51A5645-53AE-4F1C-B9AD-CCC74A3887A0}" presName="spaceBetweenRectangles" presStyleCnt="0"/>
      <dgm:spPr/>
    </dgm:pt>
    <dgm:pt modelId="{D749D3D6-CD25-FB48-8BCE-F23DEA92D869}" type="pres">
      <dgm:prSet presAssocID="{29E76C69-C463-4E5D-8CC7-524CC33B8551}" presName="parentLin" presStyleCnt="0"/>
      <dgm:spPr/>
    </dgm:pt>
    <dgm:pt modelId="{DDD44708-D6EB-644B-8E1F-52ECC152F6C6}" type="pres">
      <dgm:prSet presAssocID="{29E76C69-C463-4E5D-8CC7-524CC33B8551}" presName="parentLeftMargin" presStyleLbl="node1" presStyleIdx="0" presStyleCnt="3"/>
      <dgm:spPr/>
    </dgm:pt>
    <dgm:pt modelId="{5F5C8A72-D1A6-814B-B30C-EAB299405C03}" type="pres">
      <dgm:prSet presAssocID="{29E76C69-C463-4E5D-8CC7-524CC33B8551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4BD839F2-6A40-684D-AC5D-6A74CD5601A6}" type="pres">
      <dgm:prSet presAssocID="{29E76C69-C463-4E5D-8CC7-524CC33B8551}" presName="negativeSpace" presStyleCnt="0"/>
      <dgm:spPr/>
    </dgm:pt>
    <dgm:pt modelId="{2431E505-4092-ED45-91BB-DAFBBD0000FB}" type="pres">
      <dgm:prSet presAssocID="{29E76C69-C463-4E5D-8CC7-524CC33B8551}" presName="childText" presStyleLbl="conFgAcc1" presStyleIdx="1" presStyleCnt="3">
        <dgm:presLayoutVars>
          <dgm:bulletEnabled val="1"/>
        </dgm:presLayoutVars>
      </dgm:prSet>
      <dgm:spPr/>
    </dgm:pt>
    <dgm:pt modelId="{941A46D9-F0F9-D04F-95CF-BCB2BD0DFD88}" type="pres">
      <dgm:prSet presAssocID="{6F2C56DA-1EA9-4A1C-9EE9-D83FA0B968BF}" presName="spaceBetweenRectangles" presStyleCnt="0"/>
      <dgm:spPr/>
    </dgm:pt>
    <dgm:pt modelId="{44EC98BB-D8FC-2649-9658-CCE4B98E4E36}" type="pres">
      <dgm:prSet presAssocID="{E5F5F898-E2BE-46FB-A38F-5BF4457D8969}" presName="parentLin" presStyleCnt="0"/>
      <dgm:spPr/>
    </dgm:pt>
    <dgm:pt modelId="{48CFC81E-B329-7149-BB42-9DF2582F4E75}" type="pres">
      <dgm:prSet presAssocID="{E5F5F898-E2BE-46FB-A38F-5BF4457D8969}" presName="parentLeftMargin" presStyleLbl="node1" presStyleIdx="1" presStyleCnt="3"/>
      <dgm:spPr/>
    </dgm:pt>
    <dgm:pt modelId="{F5A57490-F1D3-384D-BE67-CA177151B4FA}" type="pres">
      <dgm:prSet presAssocID="{E5F5F898-E2BE-46FB-A38F-5BF4457D8969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461ECB60-907C-4048-A94A-180BC87B4E75}" type="pres">
      <dgm:prSet presAssocID="{E5F5F898-E2BE-46FB-A38F-5BF4457D8969}" presName="negativeSpace" presStyleCnt="0"/>
      <dgm:spPr/>
    </dgm:pt>
    <dgm:pt modelId="{B6ED22AA-AA8C-8643-9112-C1C093972D30}" type="pres">
      <dgm:prSet presAssocID="{E5F5F898-E2BE-46FB-A38F-5BF4457D8969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546B7701-B01F-C04C-9A5F-1B392A9486A2}" type="presOf" srcId="{E5F5F898-E2BE-46FB-A38F-5BF4457D8969}" destId="{48CFC81E-B329-7149-BB42-9DF2582F4E75}" srcOrd="0" destOrd="0" presId="urn:microsoft.com/office/officeart/2005/8/layout/list1"/>
    <dgm:cxn modelId="{20D5DA0A-3166-D142-B23F-9AC11A891D0C}" type="presOf" srcId="{C5F0B410-2FDF-4865-A6EA-51F9D2BCE7CA}" destId="{0E8FF7A7-CAA9-AD41-A449-02D78B5E240C}" srcOrd="1" destOrd="0" presId="urn:microsoft.com/office/officeart/2005/8/layout/list1"/>
    <dgm:cxn modelId="{E05CF618-D091-42F4-B3BD-A8E1168243D6}" srcId="{4BB951A6-8EE0-4F2A-A1C0-702C0A4C8B82}" destId="{E5F5F898-E2BE-46FB-A38F-5BF4457D8969}" srcOrd="2" destOrd="0" parTransId="{75802A3E-B650-46E2-ABD2-F48C57090089}" sibTransId="{6D338AA5-4A1E-4F8F-946D-9F3F7299BDF6}"/>
    <dgm:cxn modelId="{CB8C0031-581F-481C-8D0C-B0DF4B43CAA0}" srcId="{4BB951A6-8EE0-4F2A-A1C0-702C0A4C8B82}" destId="{C5F0B410-2FDF-4865-A6EA-51F9D2BCE7CA}" srcOrd="0" destOrd="0" parTransId="{03D87428-4412-422B-BB21-4403BC9E3F61}" sibTransId="{D51A5645-53AE-4F1C-B9AD-CCC74A3887A0}"/>
    <dgm:cxn modelId="{D7EE4F32-515F-448F-9FD6-0B0C4FDE11C8}" srcId="{C5F0B410-2FDF-4865-A6EA-51F9D2BCE7CA}" destId="{3389EB1F-C545-4A11-A54A-FEE7164E2784}" srcOrd="1" destOrd="0" parTransId="{D79E2CC0-BFD2-4BAB-BF71-F47E793763F8}" sibTransId="{054479DF-EA5F-4DF4-B050-FF02EEDB9D5B}"/>
    <dgm:cxn modelId="{B46EFA36-D597-AA48-8E13-1EDD532EC6F1}" type="presOf" srcId="{29E76C69-C463-4E5D-8CC7-524CC33B8551}" destId="{5F5C8A72-D1A6-814B-B30C-EAB299405C03}" srcOrd="1" destOrd="0" presId="urn:microsoft.com/office/officeart/2005/8/layout/list1"/>
    <dgm:cxn modelId="{CA43924A-4625-FF47-8360-B1BABB6A0695}" type="presOf" srcId="{0FCC113F-884B-4DDC-B275-70214652175F}" destId="{0890A4AA-C806-484E-8D29-B6A6584F47AC}" srcOrd="0" destOrd="0" presId="urn:microsoft.com/office/officeart/2005/8/layout/list1"/>
    <dgm:cxn modelId="{4A291265-A105-F14B-A57A-D04F93AD9718}" type="presOf" srcId="{3389EB1F-C545-4A11-A54A-FEE7164E2784}" destId="{0890A4AA-C806-484E-8D29-B6A6584F47AC}" srcOrd="0" destOrd="1" presId="urn:microsoft.com/office/officeart/2005/8/layout/list1"/>
    <dgm:cxn modelId="{7B3FD370-5C29-6549-A179-B817D5BC18C2}" type="presOf" srcId="{D27AC2B3-4395-417E-BBFE-FB28D8051F18}" destId="{2431E505-4092-ED45-91BB-DAFBBD0000FB}" srcOrd="0" destOrd="0" presId="urn:microsoft.com/office/officeart/2005/8/layout/list1"/>
    <dgm:cxn modelId="{51C7CC7D-17B1-4BB6-9093-D8A7472B0641}" srcId="{E5F5F898-E2BE-46FB-A38F-5BF4457D8969}" destId="{E768CE8C-68C7-4808-8BAE-574CF168B6C4}" srcOrd="0" destOrd="0" parTransId="{EAC85332-D7BC-4CAA-8717-B9DB5A58162A}" sibTransId="{35F8758E-EA7D-484B-8019-CEFFA105B781}"/>
    <dgm:cxn modelId="{7C2FEA7D-85A7-294D-8CEE-734E5FF0CAF0}" type="presOf" srcId="{C5F0B410-2FDF-4865-A6EA-51F9D2BCE7CA}" destId="{C7C3E7C4-E091-D54D-B99A-52EA174B303B}" srcOrd="0" destOrd="0" presId="urn:microsoft.com/office/officeart/2005/8/layout/list1"/>
    <dgm:cxn modelId="{04C2A192-7C97-1E47-9F08-F64285C7F197}" type="presOf" srcId="{C2084C58-BB5F-4B6C-AF51-41FC4A925FF7}" destId="{2431E505-4092-ED45-91BB-DAFBBD0000FB}" srcOrd="0" destOrd="1" presId="urn:microsoft.com/office/officeart/2005/8/layout/list1"/>
    <dgm:cxn modelId="{69F6A097-9D99-EB4C-9A9B-AA43B6D6A29A}" type="presOf" srcId="{F4AA67E9-C7FB-4C84-B669-7DB9AEB30C5F}" destId="{B6ED22AA-AA8C-8643-9112-C1C093972D30}" srcOrd="0" destOrd="1" presId="urn:microsoft.com/office/officeart/2005/8/layout/list1"/>
    <dgm:cxn modelId="{C9F2B49D-FF19-4434-A652-A0814114BC44}" srcId="{29E76C69-C463-4E5D-8CC7-524CC33B8551}" destId="{D27AC2B3-4395-417E-BBFE-FB28D8051F18}" srcOrd="0" destOrd="0" parTransId="{716713DE-8775-49A3-8543-6E04C54D03A0}" sibTransId="{EA0DCEF6-B2DB-42C8-B904-BCB58346A2EE}"/>
    <dgm:cxn modelId="{228069A4-5008-9D48-ABC3-3D89F8C4BC3E}" type="presOf" srcId="{E768CE8C-68C7-4808-8BAE-574CF168B6C4}" destId="{B6ED22AA-AA8C-8643-9112-C1C093972D30}" srcOrd="0" destOrd="0" presId="urn:microsoft.com/office/officeart/2005/8/layout/list1"/>
    <dgm:cxn modelId="{7991A8A7-5CE9-7C4D-9483-8DEE2B9A661D}" type="presOf" srcId="{29E76C69-C463-4E5D-8CC7-524CC33B8551}" destId="{DDD44708-D6EB-644B-8E1F-52ECC152F6C6}" srcOrd="0" destOrd="0" presId="urn:microsoft.com/office/officeart/2005/8/layout/list1"/>
    <dgm:cxn modelId="{A60532AA-07DD-4EF5-AD01-E1CB34F21AF6}" srcId="{E5F5F898-E2BE-46FB-A38F-5BF4457D8969}" destId="{F4AA67E9-C7FB-4C84-B669-7DB9AEB30C5F}" srcOrd="1" destOrd="0" parTransId="{A64166ED-1226-4718-BF05-2826A0542DF8}" sibTransId="{847E8707-B295-4815-8DF7-44CF8266F0D5}"/>
    <dgm:cxn modelId="{8D2F22BE-3C8D-8140-9801-3D2EA9121BB3}" type="presOf" srcId="{4BB951A6-8EE0-4F2A-A1C0-702C0A4C8B82}" destId="{2E93C3BF-A7ED-6F4C-8552-EFF2E96F45CE}" srcOrd="0" destOrd="0" presId="urn:microsoft.com/office/officeart/2005/8/layout/list1"/>
    <dgm:cxn modelId="{34A439C6-C4F1-9E41-9EEE-96307343A9B0}" type="presOf" srcId="{E5F5F898-E2BE-46FB-A38F-5BF4457D8969}" destId="{F5A57490-F1D3-384D-BE67-CA177151B4FA}" srcOrd="1" destOrd="0" presId="urn:microsoft.com/office/officeart/2005/8/layout/list1"/>
    <dgm:cxn modelId="{228F84CF-855B-47D2-96DA-2A0FA941F16F}" srcId="{C5F0B410-2FDF-4865-A6EA-51F9D2BCE7CA}" destId="{0FCC113F-884B-4DDC-B275-70214652175F}" srcOrd="0" destOrd="0" parTransId="{03A45A92-3371-424E-8996-070718663C62}" sibTransId="{8BDC6F06-E574-48F2-B615-046FCB8E2C88}"/>
    <dgm:cxn modelId="{B995EEDC-382A-4FEA-A25A-88FBB3CA10AA}" srcId="{4BB951A6-8EE0-4F2A-A1C0-702C0A4C8B82}" destId="{29E76C69-C463-4E5D-8CC7-524CC33B8551}" srcOrd="1" destOrd="0" parTransId="{B8FDF418-0A42-4358-847D-BBB7D1DE60D8}" sibTransId="{6F2C56DA-1EA9-4A1C-9EE9-D83FA0B968BF}"/>
    <dgm:cxn modelId="{C07D8AF9-35BE-4B70-A748-9653BF5FAFFD}" srcId="{29E76C69-C463-4E5D-8CC7-524CC33B8551}" destId="{C2084C58-BB5F-4B6C-AF51-41FC4A925FF7}" srcOrd="1" destOrd="0" parTransId="{EF489FD7-B117-403F-AF47-F6F0321F0378}" sibTransId="{F09392A9-6C91-4BC7-9362-BF921F7579C5}"/>
    <dgm:cxn modelId="{3CCB6AA5-3BC5-FB4F-96FC-EAD29F0988B0}" type="presParOf" srcId="{2E93C3BF-A7ED-6F4C-8552-EFF2E96F45CE}" destId="{EA4B8F9D-83EF-834A-A043-E8A8F6DD6DD7}" srcOrd="0" destOrd="0" presId="urn:microsoft.com/office/officeart/2005/8/layout/list1"/>
    <dgm:cxn modelId="{D3B374DA-0752-BC4A-BC39-14659E111396}" type="presParOf" srcId="{EA4B8F9D-83EF-834A-A043-E8A8F6DD6DD7}" destId="{C7C3E7C4-E091-D54D-B99A-52EA174B303B}" srcOrd="0" destOrd="0" presId="urn:microsoft.com/office/officeart/2005/8/layout/list1"/>
    <dgm:cxn modelId="{DFEFB57E-F43A-DE4F-BA61-171D5BBBF0FB}" type="presParOf" srcId="{EA4B8F9D-83EF-834A-A043-E8A8F6DD6DD7}" destId="{0E8FF7A7-CAA9-AD41-A449-02D78B5E240C}" srcOrd="1" destOrd="0" presId="urn:microsoft.com/office/officeart/2005/8/layout/list1"/>
    <dgm:cxn modelId="{6B595DA8-053A-CD44-A68A-43E5FD15ABDF}" type="presParOf" srcId="{2E93C3BF-A7ED-6F4C-8552-EFF2E96F45CE}" destId="{EE8B64FB-FA2B-8B4C-9E1C-63309B3C91D6}" srcOrd="1" destOrd="0" presId="urn:microsoft.com/office/officeart/2005/8/layout/list1"/>
    <dgm:cxn modelId="{767AEE1F-81A1-424B-B124-E6BE38AF3C96}" type="presParOf" srcId="{2E93C3BF-A7ED-6F4C-8552-EFF2E96F45CE}" destId="{0890A4AA-C806-484E-8D29-B6A6584F47AC}" srcOrd="2" destOrd="0" presId="urn:microsoft.com/office/officeart/2005/8/layout/list1"/>
    <dgm:cxn modelId="{C6508B54-791E-7D4A-9B12-575ADF6C3041}" type="presParOf" srcId="{2E93C3BF-A7ED-6F4C-8552-EFF2E96F45CE}" destId="{BD4020F3-8656-5B4C-845F-1B8ACD8AC110}" srcOrd="3" destOrd="0" presId="urn:microsoft.com/office/officeart/2005/8/layout/list1"/>
    <dgm:cxn modelId="{AC758C43-0D4A-0B47-B7A6-EAFE1FBE3BA9}" type="presParOf" srcId="{2E93C3BF-A7ED-6F4C-8552-EFF2E96F45CE}" destId="{D749D3D6-CD25-FB48-8BCE-F23DEA92D869}" srcOrd="4" destOrd="0" presId="urn:microsoft.com/office/officeart/2005/8/layout/list1"/>
    <dgm:cxn modelId="{963B295F-CA82-2045-8EF4-458F8AEA1762}" type="presParOf" srcId="{D749D3D6-CD25-FB48-8BCE-F23DEA92D869}" destId="{DDD44708-D6EB-644B-8E1F-52ECC152F6C6}" srcOrd="0" destOrd="0" presId="urn:microsoft.com/office/officeart/2005/8/layout/list1"/>
    <dgm:cxn modelId="{0C1F4BEF-E0CD-4642-9851-D9242C5CB2D6}" type="presParOf" srcId="{D749D3D6-CD25-FB48-8BCE-F23DEA92D869}" destId="{5F5C8A72-D1A6-814B-B30C-EAB299405C03}" srcOrd="1" destOrd="0" presId="urn:microsoft.com/office/officeart/2005/8/layout/list1"/>
    <dgm:cxn modelId="{6749BF4D-5978-5347-ACB1-5B9DF0C42E89}" type="presParOf" srcId="{2E93C3BF-A7ED-6F4C-8552-EFF2E96F45CE}" destId="{4BD839F2-6A40-684D-AC5D-6A74CD5601A6}" srcOrd="5" destOrd="0" presId="urn:microsoft.com/office/officeart/2005/8/layout/list1"/>
    <dgm:cxn modelId="{AF32990B-9D73-3845-87D2-4EF9D12EF294}" type="presParOf" srcId="{2E93C3BF-A7ED-6F4C-8552-EFF2E96F45CE}" destId="{2431E505-4092-ED45-91BB-DAFBBD0000FB}" srcOrd="6" destOrd="0" presId="urn:microsoft.com/office/officeart/2005/8/layout/list1"/>
    <dgm:cxn modelId="{AF39797B-D593-B54D-A8B8-9CAD30E3CD38}" type="presParOf" srcId="{2E93C3BF-A7ED-6F4C-8552-EFF2E96F45CE}" destId="{941A46D9-F0F9-D04F-95CF-BCB2BD0DFD88}" srcOrd="7" destOrd="0" presId="urn:microsoft.com/office/officeart/2005/8/layout/list1"/>
    <dgm:cxn modelId="{7516F4D0-6780-CE41-BEAA-362C2118511F}" type="presParOf" srcId="{2E93C3BF-A7ED-6F4C-8552-EFF2E96F45CE}" destId="{44EC98BB-D8FC-2649-9658-CCE4B98E4E36}" srcOrd="8" destOrd="0" presId="urn:microsoft.com/office/officeart/2005/8/layout/list1"/>
    <dgm:cxn modelId="{D44D6230-7E83-6748-93A1-ED6D45E9DC5E}" type="presParOf" srcId="{44EC98BB-D8FC-2649-9658-CCE4B98E4E36}" destId="{48CFC81E-B329-7149-BB42-9DF2582F4E75}" srcOrd="0" destOrd="0" presId="urn:microsoft.com/office/officeart/2005/8/layout/list1"/>
    <dgm:cxn modelId="{1F3C0F1F-3D46-8244-AC9B-8E8D59CB11A4}" type="presParOf" srcId="{44EC98BB-D8FC-2649-9658-CCE4B98E4E36}" destId="{F5A57490-F1D3-384D-BE67-CA177151B4FA}" srcOrd="1" destOrd="0" presId="urn:microsoft.com/office/officeart/2005/8/layout/list1"/>
    <dgm:cxn modelId="{D0E8E786-5272-6B41-B79F-39E1C2F9F2E6}" type="presParOf" srcId="{2E93C3BF-A7ED-6F4C-8552-EFF2E96F45CE}" destId="{461ECB60-907C-4048-A94A-180BC87B4E75}" srcOrd="9" destOrd="0" presId="urn:microsoft.com/office/officeart/2005/8/layout/list1"/>
    <dgm:cxn modelId="{EAE39CB2-A7FB-A34B-9654-5EF90382B3F0}" type="presParOf" srcId="{2E93C3BF-A7ED-6F4C-8552-EFF2E96F45CE}" destId="{B6ED22AA-AA8C-8643-9112-C1C093972D30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F216522-C286-4816-B034-3548EF77EB1F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9BA97E2-020E-44BE-BE29-D612F673100B}">
      <dgm:prSet/>
      <dgm:spPr/>
      <dgm:t>
        <a:bodyPr/>
        <a:lstStyle/>
        <a:p>
          <a:r>
            <a:rPr lang="en-US"/>
            <a:t>Commercial Solutions:</a:t>
          </a:r>
        </a:p>
      </dgm:t>
    </dgm:pt>
    <dgm:pt modelId="{42886446-9743-4A77-9277-4196C1E72E7B}" type="parTrans" cxnId="{055D4E8E-CD43-46F8-920B-4E7C7D78E7C3}">
      <dgm:prSet/>
      <dgm:spPr/>
      <dgm:t>
        <a:bodyPr/>
        <a:lstStyle/>
        <a:p>
          <a:endParaRPr lang="en-US"/>
        </a:p>
      </dgm:t>
    </dgm:pt>
    <dgm:pt modelId="{A1CC4AD3-B786-4E18-B2B8-6E0324509122}" type="sibTrans" cxnId="{055D4E8E-CD43-46F8-920B-4E7C7D78E7C3}">
      <dgm:prSet/>
      <dgm:spPr/>
      <dgm:t>
        <a:bodyPr/>
        <a:lstStyle/>
        <a:p>
          <a:endParaRPr lang="en-US"/>
        </a:p>
      </dgm:t>
    </dgm:pt>
    <dgm:pt modelId="{5E1E6E66-D837-4EF7-BF6B-2FA0196D804B}">
      <dgm:prSet/>
      <dgm:spPr/>
      <dgm:t>
        <a:bodyPr/>
        <a:lstStyle/>
        <a:p>
          <a:r>
            <a:rPr lang="en-US"/>
            <a:t>Pros: High accuracy, enterprise support, global threat intelligence</a:t>
          </a:r>
        </a:p>
      </dgm:t>
    </dgm:pt>
    <dgm:pt modelId="{117A26D3-2E24-4AE3-A62D-80F717BB766F}" type="parTrans" cxnId="{69C6C747-827A-4721-B65E-6AEBB02F6B47}">
      <dgm:prSet/>
      <dgm:spPr/>
      <dgm:t>
        <a:bodyPr/>
        <a:lstStyle/>
        <a:p>
          <a:endParaRPr lang="en-US"/>
        </a:p>
      </dgm:t>
    </dgm:pt>
    <dgm:pt modelId="{3B61093C-A969-4329-AA1B-815B894752B2}" type="sibTrans" cxnId="{69C6C747-827A-4721-B65E-6AEBB02F6B47}">
      <dgm:prSet/>
      <dgm:spPr/>
      <dgm:t>
        <a:bodyPr/>
        <a:lstStyle/>
        <a:p>
          <a:endParaRPr lang="en-US"/>
        </a:p>
      </dgm:t>
    </dgm:pt>
    <dgm:pt modelId="{F5F610B1-5A85-4E38-9007-7702D005C732}">
      <dgm:prSet/>
      <dgm:spPr/>
      <dgm:t>
        <a:bodyPr/>
        <a:lstStyle/>
        <a:p>
          <a:r>
            <a:rPr lang="en-US"/>
            <a:t>Cons: Expensive ($10K-500K+), black-box algorithms, vendor lock-in</a:t>
          </a:r>
        </a:p>
      </dgm:t>
    </dgm:pt>
    <dgm:pt modelId="{3135BD61-FD9B-45DC-BCF3-8CC1DA81E37C}" type="parTrans" cxnId="{671AEBB9-A2BE-484B-A357-0CC3EE80A0AC}">
      <dgm:prSet/>
      <dgm:spPr/>
      <dgm:t>
        <a:bodyPr/>
        <a:lstStyle/>
        <a:p>
          <a:endParaRPr lang="en-US"/>
        </a:p>
      </dgm:t>
    </dgm:pt>
    <dgm:pt modelId="{9562033E-FFD6-4174-A4CE-7788FB1CC57C}" type="sibTrans" cxnId="{671AEBB9-A2BE-484B-A357-0CC3EE80A0AC}">
      <dgm:prSet/>
      <dgm:spPr/>
      <dgm:t>
        <a:bodyPr/>
        <a:lstStyle/>
        <a:p>
          <a:endParaRPr lang="en-US"/>
        </a:p>
      </dgm:t>
    </dgm:pt>
    <dgm:pt modelId="{9359BCDD-2C4E-4EB3-9EDE-709E7E96D06F}">
      <dgm:prSet/>
      <dgm:spPr/>
      <dgm:t>
        <a:bodyPr/>
        <a:lstStyle/>
        <a:p>
          <a:r>
            <a:rPr lang="en-US" dirty="0"/>
            <a:t>Open-Source Solutions:</a:t>
          </a:r>
        </a:p>
      </dgm:t>
    </dgm:pt>
    <dgm:pt modelId="{3D557DEC-60B9-417A-9B6A-EB6B2F7F6F46}" type="parTrans" cxnId="{6D1D53D9-37B5-4A70-A96E-A5EE2BE72761}">
      <dgm:prSet/>
      <dgm:spPr/>
      <dgm:t>
        <a:bodyPr/>
        <a:lstStyle/>
        <a:p>
          <a:endParaRPr lang="en-US"/>
        </a:p>
      </dgm:t>
    </dgm:pt>
    <dgm:pt modelId="{BC18ACE6-EEB4-43CE-A301-4FE45706712F}" type="sibTrans" cxnId="{6D1D53D9-37B5-4A70-A96E-A5EE2BE72761}">
      <dgm:prSet/>
      <dgm:spPr/>
      <dgm:t>
        <a:bodyPr/>
        <a:lstStyle/>
        <a:p>
          <a:endParaRPr lang="en-US"/>
        </a:p>
      </dgm:t>
    </dgm:pt>
    <dgm:pt modelId="{61461423-E1D0-4385-B6EA-F9B7B3D54DA0}">
      <dgm:prSet/>
      <dgm:spPr/>
      <dgm:t>
        <a:bodyPr/>
        <a:lstStyle/>
        <a:p>
          <a:r>
            <a:rPr lang="en-US"/>
            <a:t>Pros: Free, customizable, transparent algorithms</a:t>
          </a:r>
        </a:p>
      </dgm:t>
    </dgm:pt>
    <dgm:pt modelId="{977C6DBD-D60E-4B0C-95FA-BD71955FF0A7}" type="parTrans" cxnId="{5EED9C50-6A28-406E-9FE0-B6A896E9FDE5}">
      <dgm:prSet/>
      <dgm:spPr/>
      <dgm:t>
        <a:bodyPr/>
        <a:lstStyle/>
        <a:p>
          <a:endParaRPr lang="en-US"/>
        </a:p>
      </dgm:t>
    </dgm:pt>
    <dgm:pt modelId="{413512E4-44A2-4F11-8634-4F52C1B72CBC}" type="sibTrans" cxnId="{5EED9C50-6A28-406E-9FE0-B6A896E9FDE5}">
      <dgm:prSet/>
      <dgm:spPr/>
      <dgm:t>
        <a:bodyPr/>
        <a:lstStyle/>
        <a:p>
          <a:endParaRPr lang="en-US"/>
        </a:p>
      </dgm:t>
    </dgm:pt>
    <dgm:pt modelId="{0DE6C079-23E7-42C9-A6BA-9E7904072F09}">
      <dgm:prSet/>
      <dgm:spPr/>
      <dgm:t>
        <a:bodyPr/>
        <a:lstStyle/>
        <a:p>
          <a:r>
            <a:rPr lang="en-US"/>
            <a:t>Cons: Lower accuracy (90-96%), limited support, complex setup</a:t>
          </a:r>
        </a:p>
      </dgm:t>
    </dgm:pt>
    <dgm:pt modelId="{8F460A60-A37F-48B3-846B-9F2955C97D9D}" type="parTrans" cxnId="{CDF365AD-A324-4C27-A200-A205A32D0E61}">
      <dgm:prSet/>
      <dgm:spPr/>
      <dgm:t>
        <a:bodyPr/>
        <a:lstStyle/>
        <a:p>
          <a:endParaRPr lang="en-US"/>
        </a:p>
      </dgm:t>
    </dgm:pt>
    <dgm:pt modelId="{9D4C48FA-4F1B-4F96-83BD-55BC76B108CA}" type="sibTrans" cxnId="{CDF365AD-A324-4C27-A200-A205A32D0E61}">
      <dgm:prSet/>
      <dgm:spPr/>
      <dgm:t>
        <a:bodyPr/>
        <a:lstStyle/>
        <a:p>
          <a:endParaRPr lang="en-US"/>
        </a:p>
      </dgm:t>
    </dgm:pt>
    <dgm:pt modelId="{C8838286-3B7B-4FAA-AABF-7B11A6BF42E7}">
      <dgm:prSet/>
      <dgm:spPr/>
      <dgm:t>
        <a:bodyPr/>
        <a:lstStyle/>
        <a:p>
          <a:r>
            <a:rPr lang="en-US"/>
            <a:t>Market Gap: High-accuracy, cost-effective solution for SMBs</a:t>
          </a:r>
        </a:p>
      </dgm:t>
    </dgm:pt>
    <dgm:pt modelId="{10789A9B-3905-4933-BF87-8A3EA158250D}" type="parTrans" cxnId="{2B0F687C-7A95-4758-A39F-0B065CAB31D0}">
      <dgm:prSet/>
      <dgm:spPr/>
      <dgm:t>
        <a:bodyPr/>
        <a:lstStyle/>
        <a:p>
          <a:endParaRPr lang="en-US"/>
        </a:p>
      </dgm:t>
    </dgm:pt>
    <dgm:pt modelId="{614D9B0E-13B5-4BE2-8C61-716E55737F81}" type="sibTrans" cxnId="{2B0F687C-7A95-4758-A39F-0B065CAB31D0}">
      <dgm:prSet/>
      <dgm:spPr/>
      <dgm:t>
        <a:bodyPr/>
        <a:lstStyle/>
        <a:p>
          <a:endParaRPr lang="en-US"/>
        </a:p>
      </dgm:t>
    </dgm:pt>
    <dgm:pt modelId="{DA99C00C-F6A1-2C4C-AA72-B7BC22A8126A}" type="pres">
      <dgm:prSet presAssocID="{0F216522-C286-4816-B034-3548EF77EB1F}" presName="linear" presStyleCnt="0">
        <dgm:presLayoutVars>
          <dgm:animLvl val="lvl"/>
          <dgm:resizeHandles val="exact"/>
        </dgm:presLayoutVars>
      </dgm:prSet>
      <dgm:spPr/>
    </dgm:pt>
    <dgm:pt modelId="{93CAC45E-1601-9A41-8BEC-C15109204BAF}" type="pres">
      <dgm:prSet presAssocID="{89BA97E2-020E-44BE-BE29-D612F673100B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386CECF-AD3D-8441-B806-A65B88F47558}" type="pres">
      <dgm:prSet presAssocID="{89BA97E2-020E-44BE-BE29-D612F673100B}" presName="childText" presStyleLbl="revTx" presStyleIdx="0" presStyleCnt="2">
        <dgm:presLayoutVars>
          <dgm:bulletEnabled val="1"/>
        </dgm:presLayoutVars>
      </dgm:prSet>
      <dgm:spPr/>
    </dgm:pt>
    <dgm:pt modelId="{0B072535-9CDE-134C-9E75-BCAF1047BEF6}" type="pres">
      <dgm:prSet presAssocID="{9359BCDD-2C4E-4EB3-9EDE-709E7E96D06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258645A6-B6C5-C143-A7B1-A4FF81DAEDB0}" type="pres">
      <dgm:prSet presAssocID="{9359BCDD-2C4E-4EB3-9EDE-709E7E96D06F}" presName="childText" presStyleLbl="revTx" presStyleIdx="1" presStyleCnt="2">
        <dgm:presLayoutVars>
          <dgm:bulletEnabled val="1"/>
        </dgm:presLayoutVars>
      </dgm:prSet>
      <dgm:spPr/>
    </dgm:pt>
    <dgm:pt modelId="{125ADE53-4059-2243-81B1-2F92BC9ED34A}" type="pres">
      <dgm:prSet presAssocID="{C8838286-3B7B-4FAA-AABF-7B11A6BF42E7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44FD860D-BDAE-7B49-83A3-C2D734EC9910}" type="presOf" srcId="{0DE6C079-23E7-42C9-A6BA-9E7904072F09}" destId="{258645A6-B6C5-C143-A7B1-A4FF81DAEDB0}" srcOrd="0" destOrd="1" presId="urn:microsoft.com/office/officeart/2005/8/layout/vList2"/>
    <dgm:cxn modelId="{27BE3F25-15CD-8945-ABE0-570C3EB5CF53}" type="presOf" srcId="{61461423-E1D0-4385-B6EA-F9B7B3D54DA0}" destId="{258645A6-B6C5-C143-A7B1-A4FF81DAEDB0}" srcOrd="0" destOrd="0" presId="urn:microsoft.com/office/officeart/2005/8/layout/vList2"/>
    <dgm:cxn modelId="{DA4BF42E-AE93-2C4E-BA92-DF7167192CBF}" type="presOf" srcId="{89BA97E2-020E-44BE-BE29-D612F673100B}" destId="{93CAC45E-1601-9A41-8BEC-C15109204BAF}" srcOrd="0" destOrd="0" presId="urn:microsoft.com/office/officeart/2005/8/layout/vList2"/>
    <dgm:cxn modelId="{69C6C747-827A-4721-B65E-6AEBB02F6B47}" srcId="{89BA97E2-020E-44BE-BE29-D612F673100B}" destId="{5E1E6E66-D837-4EF7-BF6B-2FA0196D804B}" srcOrd="0" destOrd="0" parTransId="{117A26D3-2E24-4AE3-A62D-80F717BB766F}" sibTransId="{3B61093C-A969-4329-AA1B-815B894752B2}"/>
    <dgm:cxn modelId="{5EED9C50-6A28-406E-9FE0-B6A896E9FDE5}" srcId="{9359BCDD-2C4E-4EB3-9EDE-709E7E96D06F}" destId="{61461423-E1D0-4385-B6EA-F9B7B3D54DA0}" srcOrd="0" destOrd="0" parTransId="{977C6DBD-D60E-4B0C-95FA-BD71955FF0A7}" sibTransId="{413512E4-44A2-4F11-8634-4F52C1B72CBC}"/>
    <dgm:cxn modelId="{1554A278-D79B-9F4E-896B-2081D4240711}" type="presOf" srcId="{0F216522-C286-4816-B034-3548EF77EB1F}" destId="{DA99C00C-F6A1-2C4C-AA72-B7BC22A8126A}" srcOrd="0" destOrd="0" presId="urn:microsoft.com/office/officeart/2005/8/layout/vList2"/>
    <dgm:cxn modelId="{2B0F687C-7A95-4758-A39F-0B065CAB31D0}" srcId="{0F216522-C286-4816-B034-3548EF77EB1F}" destId="{C8838286-3B7B-4FAA-AABF-7B11A6BF42E7}" srcOrd="2" destOrd="0" parTransId="{10789A9B-3905-4933-BF87-8A3EA158250D}" sibTransId="{614D9B0E-13B5-4BE2-8C61-716E55737F81}"/>
    <dgm:cxn modelId="{5048D682-4508-6E46-99DC-674AF4873FF5}" type="presOf" srcId="{5E1E6E66-D837-4EF7-BF6B-2FA0196D804B}" destId="{8386CECF-AD3D-8441-B806-A65B88F47558}" srcOrd="0" destOrd="0" presId="urn:microsoft.com/office/officeart/2005/8/layout/vList2"/>
    <dgm:cxn modelId="{C7E1BD8D-8FC5-3543-A6AC-E6E2B344DEE9}" type="presOf" srcId="{F5F610B1-5A85-4E38-9007-7702D005C732}" destId="{8386CECF-AD3D-8441-B806-A65B88F47558}" srcOrd="0" destOrd="1" presId="urn:microsoft.com/office/officeart/2005/8/layout/vList2"/>
    <dgm:cxn modelId="{055D4E8E-CD43-46F8-920B-4E7C7D78E7C3}" srcId="{0F216522-C286-4816-B034-3548EF77EB1F}" destId="{89BA97E2-020E-44BE-BE29-D612F673100B}" srcOrd="0" destOrd="0" parTransId="{42886446-9743-4A77-9277-4196C1E72E7B}" sibTransId="{A1CC4AD3-B786-4E18-B2B8-6E0324509122}"/>
    <dgm:cxn modelId="{CDF365AD-A324-4C27-A200-A205A32D0E61}" srcId="{9359BCDD-2C4E-4EB3-9EDE-709E7E96D06F}" destId="{0DE6C079-23E7-42C9-A6BA-9E7904072F09}" srcOrd="1" destOrd="0" parTransId="{8F460A60-A37F-48B3-846B-9F2955C97D9D}" sibTransId="{9D4C48FA-4F1B-4F96-83BD-55BC76B108CA}"/>
    <dgm:cxn modelId="{671AEBB9-A2BE-484B-A357-0CC3EE80A0AC}" srcId="{89BA97E2-020E-44BE-BE29-D612F673100B}" destId="{F5F610B1-5A85-4E38-9007-7702D005C732}" srcOrd="1" destOrd="0" parTransId="{3135BD61-FD9B-45DC-BCF3-8CC1DA81E37C}" sibTransId="{9562033E-FFD6-4174-A4CE-7788FB1CC57C}"/>
    <dgm:cxn modelId="{149821CC-AD1A-364B-B44A-5DCA0DF1C039}" type="presOf" srcId="{9359BCDD-2C4E-4EB3-9EDE-709E7E96D06F}" destId="{0B072535-9CDE-134C-9E75-BCAF1047BEF6}" srcOrd="0" destOrd="0" presId="urn:microsoft.com/office/officeart/2005/8/layout/vList2"/>
    <dgm:cxn modelId="{6D1D53D9-37B5-4A70-A96E-A5EE2BE72761}" srcId="{0F216522-C286-4816-B034-3548EF77EB1F}" destId="{9359BCDD-2C4E-4EB3-9EDE-709E7E96D06F}" srcOrd="1" destOrd="0" parTransId="{3D557DEC-60B9-417A-9B6A-EB6B2F7F6F46}" sibTransId="{BC18ACE6-EEB4-43CE-A301-4FE45706712F}"/>
    <dgm:cxn modelId="{3FE21DEA-30B2-FB4C-BD7A-141847ECC874}" type="presOf" srcId="{C8838286-3B7B-4FAA-AABF-7B11A6BF42E7}" destId="{125ADE53-4059-2243-81B1-2F92BC9ED34A}" srcOrd="0" destOrd="0" presId="urn:microsoft.com/office/officeart/2005/8/layout/vList2"/>
    <dgm:cxn modelId="{00969129-AC77-214D-9265-87D255CBF474}" type="presParOf" srcId="{DA99C00C-F6A1-2C4C-AA72-B7BC22A8126A}" destId="{93CAC45E-1601-9A41-8BEC-C15109204BAF}" srcOrd="0" destOrd="0" presId="urn:microsoft.com/office/officeart/2005/8/layout/vList2"/>
    <dgm:cxn modelId="{57A1FDD1-B356-9E4B-B813-9211B60D4959}" type="presParOf" srcId="{DA99C00C-F6A1-2C4C-AA72-B7BC22A8126A}" destId="{8386CECF-AD3D-8441-B806-A65B88F47558}" srcOrd="1" destOrd="0" presId="urn:microsoft.com/office/officeart/2005/8/layout/vList2"/>
    <dgm:cxn modelId="{2B340720-04EC-3141-9E5D-0D7CFA580730}" type="presParOf" srcId="{DA99C00C-F6A1-2C4C-AA72-B7BC22A8126A}" destId="{0B072535-9CDE-134C-9E75-BCAF1047BEF6}" srcOrd="2" destOrd="0" presId="urn:microsoft.com/office/officeart/2005/8/layout/vList2"/>
    <dgm:cxn modelId="{1F191C7E-C4D2-E247-9D33-DB913EDD2AAE}" type="presParOf" srcId="{DA99C00C-F6A1-2C4C-AA72-B7BC22A8126A}" destId="{258645A6-B6C5-C143-A7B1-A4FF81DAEDB0}" srcOrd="3" destOrd="0" presId="urn:microsoft.com/office/officeart/2005/8/layout/vList2"/>
    <dgm:cxn modelId="{92395845-5C8C-514E-99C4-21CB0A64E8DD}" type="presParOf" srcId="{DA99C00C-F6A1-2C4C-AA72-B7BC22A8126A}" destId="{125ADE53-4059-2243-81B1-2F92BC9ED34A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522BC27-2BE5-4C2F-985A-BB72306ACE4B}" type="doc">
      <dgm:prSet loTypeId="urn:microsoft.com/office/officeart/2005/8/layout/list1" loCatId="list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6C5443A8-6880-452E-9F1D-4C7DC315A7F7}">
      <dgm:prSet/>
      <dgm:spPr/>
      <dgm:t>
        <a:bodyPr/>
        <a:lstStyle/>
        <a:p>
          <a:r>
            <a:rPr lang="en-US"/>
            <a:t>Performance Metrics:</a:t>
          </a:r>
        </a:p>
      </dgm:t>
    </dgm:pt>
    <dgm:pt modelId="{C98E53A6-3259-4355-8BE6-F55CE223941F}" type="parTrans" cxnId="{B423881E-55D0-4D25-B6DE-97BDB8DEB1A4}">
      <dgm:prSet/>
      <dgm:spPr/>
      <dgm:t>
        <a:bodyPr/>
        <a:lstStyle/>
        <a:p>
          <a:endParaRPr lang="en-US"/>
        </a:p>
      </dgm:t>
    </dgm:pt>
    <dgm:pt modelId="{C13F35B2-38DE-464F-977F-EFA0B98ECF5F}" type="sibTrans" cxnId="{B423881E-55D0-4D25-B6DE-97BDB8DEB1A4}">
      <dgm:prSet/>
      <dgm:spPr/>
      <dgm:t>
        <a:bodyPr/>
        <a:lstStyle/>
        <a:p>
          <a:endParaRPr lang="en-US"/>
        </a:p>
      </dgm:t>
    </dgm:pt>
    <dgm:pt modelId="{F6635617-07AB-411C-924C-AC17D4624455}">
      <dgm:prSet/>
      <dgm:spPr/>
      <dgm:t>
        <a:bodyPr/>
        <a:lstStyle/>
        <a:p>
          <a:r>
            <a:rPr lang="en-US"/>
            <a:t>Test Accuracy: 99.67% (exceeds academic benchmarks)</a:t>
          </a:r>
        </a:p>
      </dgm:t>
    </dgm:pt>
    <dgm:pt modelId="{E82B2033-8336-4D8E-8538-634A51EA6811}" type="parTrans" cxnId="{781E51F5-59BA-4D45-8D6F-71E40C11FA7F}">
      <dgm:prSet/>
      <dgm:spPr/>
      <dgm:t>
        <a:bodyPr/>
        <a:lstStyle/>
        <a:p>
          <a:endParaRPr lang="en-US"/>
        </a:p>
      </dgm:t>
    </dgm:pt>
    <dgm:pt modelId="{8BE3E807-2D3D-498A-B2E3-FD5EF7E66813}" type="sibTrans" cxnId="{781E51F5-59BA-4D45-8D6F-71E40C11FA7F}">
      <dgm:prSet/>
      <dgm:spPr/>
      <dgm:t>
        <a:bodyPr/>
        <a:lstStyle/>
        <a:p>
          <a:endParaRPr lang="en-US"/>
        </a:p>
      </dgm:t>
    </dgm:pt>
    <dgm:pt modelId="{11D4C96C-9916-4A67-BACE-26EB86752B3E}">
      <dgm:prSet/>
      <dgm:spPr/>
      <dgm:t>
        <a:bodyPr/>
        <a:lstStyle/>
        <a:p>
          <a:r>
            <a:rPr lang="en-US"/>
            <a:t>Cross-validation Mean: 99.67% (consistent performance)</a:t>
          </a:r>
        </a:p>
      </dgm:t>
    </dgm:pt>
    <dgm:pt modelId="{7E4DE2F7-434B-4F00-999E-9DFE4B9D74EE}" type="parTrans" cxnId="{17B6E337-319B-4FE0-BC0E-4484FC57AF07}">
      <dgm:prSet/>
      <dgm:spPr/>
      <dgm:t>
        <a:bodyPr/>
        <a:lstStyle/>
        <a:p>
          <a:endParaRPr lang="en-US"/>
        </a:p>
      </dgm:t>
    </dgm:pt>
    <dgm:pt modelId="{09F467B3-CB5F-4D3D-9C67-8FA81FD4CF19}" type="sibTrans" cxnId="{17B6E337-319B-4FE0-BC0E-4484FC57AF07}">
      <dgm:prSet/>
      <dgm:spPr/>
      <dgm:t>
        <a:bodyPr/>
        <a:lstStyle/>
        <a:p>
          <a:endParaRPr lang="en-US"/>
        </a:p>
      </dgm:t>
    </dgm:pt>
    <dgm:pt modelId="{75B7D8BE-244F-467D-B852-2988C2531E31}">
      <dgm:prSet/>
      <dgm:spPr/>
      <dgm:t>
        <a:bodyPr/>
        <a:lstStyle/>
        <a:p>
          <a:r>
            <a:rPr lang="en-US"/>
            <a:t>Cross-validation Std: 0.04% (low variance)</a:t>
          </a:r>
        </a:p>
      </dgm:t>
    </dgm:pt>
    <dgm:pt modelId="{795DA321-A2C6-4DF7-8A83-42F9957F4890}" type="parTrans" cxnId="{CF214BE1-E3A6-4D89-AC10-6D1533467BF3}">
      <dgm:prSet/>
      <dgm:spPr/>
      <dgm:t>
        <a:bodyPr/>
        <a:lstStyle/>
        <a:p>
          <a:endParaRPr lang="en-US"/>
        </a:p>
      </dgm:t>
    </dgm:pt>
    <dgm:pt modelId="{945989C5-88EF-4DF6-951F-AC1B725198FF}" type="sibTrans" cxnId="{CF214BE1-E3A6-4D89-AC10-6D1533467BF3}">
      <dgm:prSet/>
      <dgm:spPr/>
      <dgm:t>
        <a:bodyPr/>
        <a:lstStyle/>
        <a:p>
          <a:endParaRPr lang="en-US"/>
        </a:p>
      </dgm:t>
    </dgm:pt>
    <dgm:pt modelId="{12ED2DB7-FCB5-4FF0-B768-48DE2F4E2176}">
      <dgm:prSet/>
      <dgm:spPr/>
      <dgm:t>
        <a:bodyPr/>
        <a:lstStyle/>
        <a:p>
          <a:r>
            <a:rPr lang="en-US"/>
            <a:t>False Positive Rate: 0.32%</a:t>
          </a:r>
        </a:p>
      </dgm:t>
    </dgm:pt>
    <dgm:pt modelId="{DF964B50-72C0-439B-9B66-88153505E4EE}" type="parTrans" cxnId="{48B3A57F-FE58-4987-962F-6EFBE4CCAB4A}">
      <dgm:prSet/>
      <dgm:spPr/>
      <dgm:t>
        <a:bodyPr/>
        <a:lstStyle/>
        <a:p>
          <a:endParaRPr lang="en-US"/>
        </a:p>
      </dgm:t>
    </dgm:pt>
    <dgm:pt modelId="{8FFC4C84-2AD0-4C22-B488-8D61E23784D3}" type="sibTrans" cxnId="{48B3A57F-FE58-4987-962F-6EFBE4CCAB4A}">
      <dgm:prSet/>
      <dgm:spPr/>
      <dgm:t>
        <a:bodyPr/>
        <a:lstStyle/>
        <a:p>
          <a:endParaRPr lang="en-US"/>
        </a:p>
      </dgm:t>
    </dgm:pt>
    <dgm:pt modelId="{2E17741A-CE51-4645-9C13-28B150D451CF}">
      <dgm:prSet/>
      <dgm:spPr/>
      <dgm:t>
        <a:bodyPr/>
        <a:lstStyle/>
        <a:p>
          <a:r>
            <a:rPr lang="en-US"/>
            <a:t>Training Configuration:</a:t>
          </a:r>
        </a:p>
      </dgm:t>
    </dgm:pt>
    <dgm:pt modelId="{B6FA6A24-0BFC-4D65-905E-0BCB05480680}" type="parTrans" cxnId="{2106B910-A62B-4FC8-91D2-44A54B4432F9}">
      <dgm:prSet/>
      <dgm:spPr/>
      <dgm:t>
        <a:bodyPr/>
        <a:lstStyle/>
        <a:p>
          <a:endParaRPr lang="en-US"/>
        </a:p>
      </dgm:t>
    </dgm:pt>
    <dgm:pt modelId="{5604F19D-B3EB-4E81-9F99-36C132AF36B0}" type="sibTrans" cxnId="{2106B910-A62B-4FC8-91D2-44A54B4432F9}">
      <dgm:prSet/>
      <dgm:spPr/>
      <dgm:t>
        <a:bodyPr/>
        <a:lstStyle/>
        <a:p>
          <a:endParaRPr lang="en-US"/>
        </a:p>
      </dgm:t>
    </dgm:pt>
    <dgm:pt modelId="{396A62F3-A2DC-4155-931F-28B2C3F6F571}">
      <dgm:prSet/>
      <dgm:spPr/>
      <dgm:t>
        <a:bodyPr/>
        <a:lstStyle/>
        <a:p>
          <a:r>
            <a:rPr lang="en-US"/>
            <a:t>Training Samples: 80,000</a:t>
          </a:r>
        </a:p>
      </dgm:t>
    </dgm:pt>
    <dgm:pt modelId="{D5592690-4F4A-48AB-AF2A-B49F133083D4}" type="parTrans" cxnId="{B3935BDA-BAC2-4B51-A590-D50EB2232818}">
      <dgm:prSet/>
      <dgm:spPr/>
      <dgm:t>
        <a:bodyPr/>
        <a:lstStyle/>
        <a:p>
          <a:endParaRPr lang="en-US"/>
        </a:p>
      </dgm:t>
    </dgm:pt>
    <dgm:pt modelId="{C9862D37-EE4A-4ACD-9008-31883AA34C35}" type="sibTrans" cxnId="{B3935BDA-BAC2-4B51-A590-D50EB2232818}">
      <dgm:prSet/>
      <dgm:spPr/>
      <dgm:t>
        <a:bodyPr/>
        <a:lstStyle/>
        <a:p>
          <a:endParaRPr lang="en-US"/>
        </a:p>
      </dgm:t>
    </dgm:pt>
    <dgm:pt modelId="{480DFF97-9823-4081-BAD3-255BEBAA3FD0}">
      <dgm:prSet/>
      <dgm:spPr/>
      <dgm:t>
        <a:bodyPr/>
        <a:lstStyle/>
        <a:p>
          <a:r>
            <a:rPr lang="en-US"/>
            <a:t>Test Samples: 20,000</a:t>
          </a:r>
        </a:p>
      </dgm:t>
    </dgm:pt>
    <dgm:pt modelId="{7A266589-FA50-46C9-848E-C9E9D4FD3BD7}" type="parTrans" cxnId="{D4F4C188-06B4-4FCA-9EC9-50145AD65E78}">
      <dgm:prSet/>
      <dgm:spPr/>
      <dgm:t>
        <a:bodyPr/>
        <a:lstStyle/>
        <a:p>
          <a:endParaRPr lang="en-US"/>
        </a:p>
      </dgm:t>
    </dgm:pt>
    <dgm:pt modelId="{6286BCA6-6946-4D5B-8F1B-AFA57B906BA1}" type="sibTrans" cxnId="{D4F4C188-06B4-4FCA-9EC9-50145AD65E78}">
      <dgm:prSet/>
      <dgm:spPr/>
      <dgm:t>
        <a:bodyPr/>
        <a:lstStyle/>
        <a:p>
          <a:endParaRPr lang="en-US"/>
        </a:p>
      </dgm:t>
    </dgm:pt>
    <dgm:pt modelId="{837225B1-FB0F-4CD4-B6F8-D7AAF62B9385}">
      <dgm:prSet/>
      <dgm:spPr/>
      <dgm:t>
        <a:bodyPr/>
        <a:lstStyle/>
        <a:p>
          <a:r>
            <a:rPr lang="en-US"/>
            <a:t>Features Used: 25 (optimized from 87)</a:t>
          </a:r>
        </a:p>
      </dgm:t>
    </dgm:pt>
    <dgm:pt modelId="{DB40D745-2DDF-423B-A119-72D28931D3AF}" type="parTrans" cxnId="{4DD62F5B-8AF1-481C-AD40-E69B95B03B61}">
      <dgm:prSet/>
      <dgm:spPr/>
      <dgm:t>
        <a:bodyPr/>
        <a:lstStyle/>
        <a:p>
          <a:endParaRPr lang="en-US"/>
        </a:p>
      </dgm:t>
    </dgm:pt>
    <dgm:pt modelId="{C89283D4-A829-48DD-ABF3-6E91E6FC87E7}" type="sibTrans" cxnId="{4DD62F5B-8AF1-481C-AD40-E69B95B03B61}">
      <dgm:prSet/>
      <dgm:spPr/>
      <dgm:t>
        <a:bodyPr/>
        <a:lstStyle/>
        <a:p>
          <a:endParaRPr lang="en-US"/>
        </a:p>
      </dgm:t>
    </dgm:pt>
    <dgm:pt modelId="{3E46B613-F0C4-4992-B419-57E8EF6427C8}">
      <dgm:prSet/>
      <dgm:spPr/>
      <dgm:t>
        <a:bodyPr/>
        <a:lstStyle/>
        <a:p>
          <a:r>
            <a:rPr lang="en-US"/>
            <a:t>Detection Speed: 270ms average</a:t>
          </a:r>
        </a:p>
      </dgm:t>
    </dgm:pt>
    <dgm:pt modelId="{D8B2C1CB-8B30-4141-BB4D-05DB5B6F053C}" type="parTrans" cxnId="{F5022433-BE22-4B36-A8B4-C9319FD5B316}">
      <dgm:prSet/>
      <dgm:spPr/>
      <dgm:t>
        <a:bodyPr/>
        <a:lstStyle/>
        <a:p>
          <a:endParaRPr lang="en-US"/>
        </a:p>
      </dgm:t>
    </dgm:pt>
    <dgm:pt modelId="{6521B0DA-01B5-40BF-80CA-7F358BCFDCB4}" type="sibTrans" cxnId="{F5022433-BE22-4B36-A8B4-C9319FD5B316}">
      <dgm:prSet/>
      <dgm:spPr/>
      <dgm:t>
        <a:bodyPr/>
        <a:lstStyle/>
        <a:p>
          <a:endParaRPr lang="en-US"/>
        </a:p>
      </dgm:t>
    </dgm:pt>
    <dgm:pt modelId="{7C1D7189-7130-B141-875A-99BAB22E1387}" type="pres">
      <dgm:prSet presAssocID="{3522BC27-2BE5-4C2F-985A-BB72306ACE4B}" presName="linear" presStyleCnt="0">
        <dgm:presLayoutVars>
          <dgm:dir/>
          <dgm:animLvl val="lvl"/>
          <dgm:resizeHandles val="exact"/>
        </dgm:presLayoutVars>
      </dgm:prSet>
      <dgm:spPr/>
    </dgm:pt>
    <dgm:pt modelId="{5423FFB6-FDA8-724D-9B9F-BF69D055064A}" type="pres">
      <dgm:prSet presAssocID="{6C5443A8-6880-452E-9F1D-4C7DC315A7F7}" presName="parentLin" presStyleCnt="0"/>
      <dgm:spPr/>
    </dgm:pt>
    <dgm:pt modelId="{5518C9C1-7350-7A4D-BF4B-D0B8ACAE7CB2}" type="pres">
      <dgm:prSet presAssocID="{6C5443A8-6880-452E-9F1D-4C7DC315A7F7}" presName="parentLeftMargin" presStyleLbl="node1" presStyleIdx="0" presStyleCnt="2"/>
      <dgm:spPr/>
    </dgm:pt>
    <dgm:pt modelId="{D48BCDDD-B871-C844-A385-340B88EAEE26}" type="pres">
      <dgm:prSet presAssocID="{6C5443A8-6880-452E-9F1D-4C7DC315A7F7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9EAABFCF-BED9-A842-92EB-A40D32CABF05}" type="pres">
      <dgm:prSet presAssocID="{6C5443A8-6880-452E-9F1D-4C7DC315A7F7}" presName="negativeSpace" presStyleCnt="0"/>
      <dgm:spPr/>
    </dgm:pt>
    <dgm:pt modelId="{0FAE839E-4BE1-5449-8C02-70D0669A25F8}" type="pres">
      <dgm:prSet presAssocID="{6C5443A8-6880-452E-9F1D-4C7DC315A7F7}" presName="childText" presStyleLbl="conFgAcc1" presStyleIdx="0" presStyleCnt="2">
        <dgm:presLayoutVars>
          <dgm:bulletEnabled val="1"/>
        </dgm:presLayoutVars>
      </dgm:prSet>
      <dgm:spPr/>
    </dgm:pt>
    <dgm:pt modelId="{14BDC917-1191-6F4C-9EFF-D3CCFEF9761E}" type="pres">
      <dgm:prSet presAssocID="{C13F35B2-38DE-464F-977F-EFA0B98ECF5F}" presName="spaceBetweenRectangles" presStyleCnt="0"/>
      <dgm:spPr/>
    </dgm:pt>
    <dgm:pt modelId="{0EF9A494-917B-6E42-BC1A-6B0F65F99A38}" type="pres">
      <dgm:prSet presAssocID="{2E17741A-CE51-4645-9C13-28B150D451CF}" presName="parentLin" presStyleCnt="0"/>
      <dgm:spPr/>
    </dgm:pt>
    <dgm:pt modelId="{C91BCBA5-2465-924F-9C11-F710C0C68F6A}" type="pres">
      <dgm:prSet presAssocID="{2E17741A-CE51-4645-9C13-28B150D451CF}" presName="parentLeftMargin" presStyleLbl="node1" presStyleIdx="0" presStyleCnt="2"/>
      <dgm:spPr/>
    </dgm:pt>
    <dgm:pt modelId="{6E574C7A-58CA-BC43-B814-C02123F6C694}" type="pres">
      <dgm:prSet presAssocID="{2E17741A-CE51-4645-9C13-28B150D451CF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EC85172F-2217-EB42-8163-A6E8CB5A49D0}" type="pres">
      <dgm:prSet presAssocID="{2E17741A-CE51-4645-9C13-28B150D451CF}" presName="negativeSpace" presStyleCnt="0"/>
      <dgm:spPr/>
    </dgm:pt>
    <dgm:pt modelId="{C5526558-BD5C-AD4B-9698-E9D28D00048B}" type="pres">
      <dgm:prSet presAssocID="{2E17741A-CE51-4645-9C13-28B150D451CF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60985F00-7D52-B548-948B-739100A2840E}" type="presOf" srcId="{837225B1-FB0F-4CD4-B6F8-D7AAF62B9385}" destId="{C5526558-BD5C-AD4B-9698-E9D28D00048B}" srcOrd="0" destOrd="2" presId="urn:microsoft.com/office/officeart/2005/8/layout/list1"/>
    <dgm:cxn modelId="{2106B910-A62B-4FC8-91D2-44A54B4432F9}" srcId="{3522BC27-2BE5-4C2F-985A-BB72306ACE4B}" destId="{2E17741A-CE51-4645-9C13-28B150D451CF}" srcOrd="1" destOrd="0" parTransId="{B6FA6A24-0BFC-4D65-905E-0BCB05480680}" sibTransId="{5604F19D-B3EB-4E81-9F99-36C132AF36B0}"/>
    <dgm:cxn modelId="{B423881E-55D0-4D25-B6DE-97BDB8DEB1A4}" srcId="{3522BC27-2BE5-4C2F-985A-BB72306ACE4B}" destId="{6C5443A8-6880-452E-9F1D-4C7DC315A7F7}" srcOrd="0" destOrd="0" parTransId="{C98E53A6-3259-4355-8BE6-F55CE223941F}" sibTransId="{C13F35B2-38DE-464F-977F-EFA0B98ECF5F}"/>
    <dgm:cxn modelId="{F5022433-BE22-4B36-A8B4-C9319FD5B316}" srcId="{2E17741A-CE51-4645-9C13-28B150D451CF}" destId="{3E46B613-F0C4-4992-B419-57E8EF6427C8}" srcOrd="3" destOrd="0" parTransId="{D8B2C1CB-8B30-4141-BB4D-05DB5B6F053C}" sibTransId="{6521B0DA-01B5-40BF-80CA-7F358BCFDCB4}"/>
    <dgm:cxn modelId="{17B6E337-319B-4FE0-BC0E-4484FC57AF07}" srcId="{6C5443A8-6880-452E-9F1D-4C7DC315A7F7}" destId="{11D4C96C-9916-4A67-BACE-26EB86752B3E}" srcOrd="1" destOrd="0" parTransId="{7E4DE2F7-434B-4F00-999E-9DFE4B9D74EE}" sibTransId="{09F467B3-CB5F-4D3D-9C67-8FA81FD4CF19}"/>
    <dgm:cxn modelId="{17F9F63E-61B2-C34B-B352-6B50E2DDE9E1}" type="presOf" srcId="{480DFF97-9823-4081-BAD3-255BEBAA3FD0}" destId="{C5526558-BD5C-AD4B-9698-E9D28D00048B}" srcOrd="0" destOrd="1" presId="urn:microsoft.com/office/officeart/2005/8/layout/list1"/>
    <dgm:cxn modelId="{0478FB44-5FE1-8A4F-B77D-42422464AD57}" type="presOf" srcId="{6C5443A8-6880-452E-9F1D-4C7DC315A7F7}" destId="{5518C9C1-7350-7A4D-BF4B-D0B8ACAE7CB2}" srcOrd="0" destOrd="0" presId="urn:microsoft.com/office/officeart/2005/8/layout/list1"/>
    <dgm:cxn modelId="{548D6F55-764E-0C4B-B92C-6A41818B473C}" type="presOf" srcId="{12ED2DB7-FCB5-4FF0-B768-48DE2F4E2176}" destId="{0FAE839E-4BE1-5449-8C02-70D0669A25F8}" srcOrd="0" destOrd="3" presId="urn:microsoft.com/office/officeart/2005/8/layout/list1"/>
    <dgm:cxn modelId="{4DD62F5B-8AF1-481C-AD40-E69B95B03B61}" srcId="{2E17741A-CE51-4645-9C13-28B150D451CF}" destId="{837225B1-FB0F-4CD4-B6F8-D7AAF62B9385}" srcOrd="2" destOrd="0" parTransId="{DB40D745-2DDF-423B-A119-72D28931D3AF}" sibTransId="{C89283D4-A829-48DD-ABF3-6E91E6FC87E7}"/>
    <dgm:cxn modelId="{06E9076C-1666-5F43-AEC8-5207A0A86CF0}" type="presOf" srcId="{11D4C96C-9916-4A67-BACE-26EB86752B3E}" destId="{0FAE839E-4BE1-5449-8C02-70D0669A25F8}" srcOrd="0" destOrd="1" presId="urn:microsoft.com/office/officeart/2005/8/layout/list1"/>
    <dgm:cxn modelId="{03423670-272E-4F42-8C6D-55C2AFE6204C}" type="presOf" srcId="{2E17741A-CE51-4645-9C13-28B150D451CF}" destId="{6E574C7A-58CA-BC43-B814-C02123F6C694}" srcOrd="1" destOrd="0" presId="urn:microsoft.com/office/officeart/2005/8/layout/list1"/>
    <dgm:cxn modelId="{48B3A57F-FE58-4987-962F-6EFBE4CCAB4A}" srcId="{6C5443A8-6880-452E-9F1D-4C7DC315A7F7}" destId="{12ED2DB7-FCB5-4FF0-B768-48DE2F4E2176}" srcOrd="3" destOrd="0" parTransId="{DF964B50-72C0-439B-9B66-88153505E4EE}" sibTransId="{8FFC4C84-2AD0-4C22-B488-8D61E23784D3}"/>
    <dgm:cxn modelId="{ACF5CB87-6A1F-CC4E-8289-A385D9BFE6F7}" type="presOf" srcId="{3E46B613-F0C4-4992-B419-57E8EF6427C8}" destId="{C5526558-BD5C-AD4B-9698-E9D28D00048B}" srcOrd="0" destOrd="3" presId="urn:microsoft.com/office/officeart/2005/8/layout/list1"/>
    <dgm:cxn modelId="{D4F4C188-06B4-4FCA-9EC9-50145AD65E78}" srcId="{2E17741A-CE51-4645-9C13-28B150D451CF}" destId="{480DFF97-9823-4081-BAD3-255BEBAA3FD0}" srcOrd="1" destOrd="0" parTransId="{7A266589-FA50-46C9-848E-C9E9D4FD3BD7}" sibTransId="{6286BCA6-6946-4D5B-8F1B-AFA57B906BA1}"/>
    <dgm:cxn modelId="{D8E97089-0EED-164B-AB73-4B135BA269B4}" type="presOf" srcId="{6C5443A8-6880-452E-9F1D-4C7DC315A7F7}" destId="{D48BCDDD-B871-C844-A385-340B88EAEE26}" srcOrd="1" destOrd="0" presId="urn:microsoft.com/office/officeart/2005/8/layout/list1"/>
    <dgm:cxn modelId="{8B9E779C-3991-1247-9153-F6FF74E4D652}" type="presOf" srcId="{396A62F3-A2DC-4155-931F-28B2C3F6F571}" destId="{C5526558-BD5C-AD4B-9698-E9D28D00048B}" srcOrd="0" destOrd="0" presId="urn:microsoft.com/office/officeart/2005/8/layout/list1"/>
    <dgm:cxn modelId="{936877A1-193F-824B-8B75-9D1D807749C9}" type="presOf" srcId="{F6635617-07AB-411C-924C-AC17D4624455}" destId="{0FAE839E-4BE1-5449-8C02-70D0669A25F8}" srcOrd="0" destOrd="0" presId="urn:microsoft.com/office/officeart/2005/8/layout/list1"/>
    <dgm:cxn modelId="{B3935BDA-BAC2-4B51-A590-D50EB2232818}" srcId="{2E17741A-CE51-4645-9C13-28B150D451CF}" destId="{396A62F3-A2DC-4155-931F-28B2C3F6F571}" srcOrd="0" destOrd="0" parTransId="{D5592690-4F4A-48AB-AF2A-B49F133083D4}" sibTransId="{C9862D37-EE4A-4ACD-9008-31883AA34C35}"/>
    <dgm:cxn modelId="{CF214BE1-E3A6-4D89-AC10-6D1533467BF3}" srcId="{6C5443A8-6880-452E-9F1D-4C7DC315A7F7}" destId="{75B7D8BE-244F-467D-B852-2988C2531E31}" srcOrd="2" destOrd="0" parTransId="{795DA321-A2C6-4DF7-8A83-42F9957F4890}" sibTransId="{945989C5-88EF-4DF6-951F-AC1B725198FF}"/>
    <dgm:cxn modelId="{B9D1F6E8-E42F-6349-8849-750179D7E555}" type="presOf" srcId="{75B7D8BE-244F-467D-B852-2988C2531E31}" destId="{0FAE839E-4BE1-5449-8C02-70D0669A25F8}" srcOrd="0" destOrd="2" presId="urn:microsoft.com/office/officeart/2005/8/layout/list1"/>
    <dgm:cxn modelId="{B9FA5BEA-2E12-BA4E-9F04-63BDD773D7CC}" type="presOf" srcId="{2E17741A-CE51-4645-9C13-28B150D451CF}" destId="{C91BCBA5-2465-924F-9C11-F710C0C68F6A}" srcOrd="0" destOrd="0" presId="urn:microsoft.com/office/officeart/2005/8/layout/list1"/>
    <dgm:cxn modelId="{781E51F5-59BA-4D45-8D6F-71E40C11FA7F}" srcId="{6C5443A8-6880-452E-9F1D-4C7DC315A7F7}" destId="{F6635617-07AB-411C-924C-AC17D4624455}" srcOrd="0" destOrd="0" parTransId="{E82B2033-8336-4D8E-8538-634A51EA6811}" sibTransId="{8BE3E807-2D3D-498A-B2E3-FD5EF7E66813}"/>
    <dgm:cxn modelId="{D22BA2F9-47E2-A14E-A724-903E6CF326E0}" type="presOf" srcId="{3522BC27-2BE5-4C2F-985A-BB72306ACE4B}" destId="{7C1D7189-7130-B141-875A-99BAB22E1387}" srcOrd="0" destOrd="0" presId="urn:microsoft.com/office/officeart/2005/8/layout/list1"/>
    <dgm:cxn modelId="{4C08A954-96FC-FD4E-BA7E-160D87CE857A}" type="presParOf" srcId="{7C1D7189-7130-B141-875A-99BAB22E1387}" destId="{5423FFB6-FDA8-724D-9B9F-BF69D055064A}" srcOrd="0" destOrd="0" presId="urn:microsoft.com/office/officeart/2005/8/layout/list1"/>
    <dgm:cxn modelId="{74705322-8C3D-594D-8B2A-808F2C1165F4}" type="presParOf" srcId="{5423FFB6-FDA8-724D-9B9F-BF69D055064A}" destId="{5518C9C1-7350-7A4D-BF4B-D0B8ACAE7CB2}" srcOrd="0" destOrd="0" presId="urn:microsoft.com/office/officeart/2005/8/layout/list1"/>
    <dgm:cxn modelId="{B4590C17-2593-164E-9924-1AC6B0221DA3}" type="presParOf" srcId="{5423FFB6-FDA8-724D-9B9F-BF69D055064A}" destId="{D48BCDDD-B871-C844-A385-340B88EAEE26}" srcOrd="1" destOrd="0" presId="urn:microsoft.com/office/officeart/2005/8/layout/list1"/>
    <dgm:cxn modelId="{6CC30A4F-D78F-8C4D-B8CC-14601A31B994}" type="presParOf" srcId="{7C1D7189-7130-B141-875A-99BAB22E1387}" destId="{9EAABFCF-BED9-A842-92EB-A40D32CABF05}" srcOrd="1" destOrd="0" presId="urn:microsoft.com/office/officeart/2005/8/layout/list1"/>
    <dgm:cxn modelId="{FA8E2C78-EA75-B74F-AB1A-E9D41988DEDB}" type="presParOf" srcId="{7C1D7189-7130-B141-875A-99BAB22E1387}" destId="{0FAE839E-4BE1-5449-8C02-70D0669A25F8}" srcOrd="2" destOrd="0" presId="urn:microsoft.com/office/officeart/2005/8/layout/list1"/>
    <dgm:cxn modelId="{797FEC28-B3DA-FF44-9C24-668DC58032DF}" type="presParOf" srcId="{7C1D7189-7130-B141-875A-99BAB22E1387}" destId="{14BDC917-1191-6F4C-9EFF-D3CCFEF9761E}" srcOrd="3" destOrd="0" presId="urn:microsoft.com/office/officeart/2005/8/layout/list1"/>
    <dgm:cxn modelId="{B074383F-1ADE-8641-9CD8-09662CA244D3}" type="presParOf" srcId="{7C1D7189-7130-B141-875A-99BAB22E1387}" destId="{0EF9A494-917B-6E42-BC1A-6B0F65F99A38}" srcOrd="4" destOrd="0" presId="urn:microsoft.com/office/officeart/2005/8/layout/list1"/>
    <dgm:cxn modelId="{847041BF-08FA-6440-90B8-6C85966BFC4F}" type="presParOf" srcId="{0EF9A494-917B-6E42-BC1A-6B0F65F99A38}" destId="{C91BCBA5-2465-924F-9C11-F710C0C68F6A}" srcOrd="0" destOrd="0" presId="urn:microsoft.com/office/officeart/2005/8/layout/list1"/>
    <dgm:cxn modelId="{042A0BB2-87E2-B545-921F-01A2DFFA0336}" type="presParOf" srcId="{0EF9A494-917B-6E42-BC1A-6B0F65F99A38}" destId="{6E574C7A-58CA-BC43-B814-C02123F6C694}" srcOrd="1" destOrd="0" presId="urn:microsoft.com/office/officeart/2005/8/layout/list1"/>
    <dgm:cxn modelId="{67263454-CDEE-924B-B204-0E7A63F067C1}" type="presParOf" srcId="{7C1D7189-7130-B141-875A-99BAB22E1387}" destId="{EC85172F-2217-EB42-8163-A6E8CB5A49D0}" srcOrd="5" destOrd="0" presId="urn:microsoft.com/office/officeart/2005/8/layout/list1"/>
    <dgm:cxn modelId="{B09813A9-292F-2B44-B8FE-3904778145EC}" type="presParOf" srcId="{7C1D7189-7130-B141-875A-99BAB22E1387}" destId="{C5526558-BD5C-AD4B-9698-E9D28D00048B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C3196C7-D8D4-4A19-9D11-00EAA9F43B70}" type="doc">
      <dgm:prSet loTypeId="urn:microsoft.com/office/officeart/2005/8/layout/list1" loCatId="list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C3CDBC40-1C01-4526-800B-0CDEAD4465AC}">
      <dgm:prSet/>
      <dgm:spPr/>
      <dgm:t>
        <a:bodyPr/>
        <a:lstStyle/>
        <a:p>
          <a:r>
            <a:rPr lang="en-US"/>
            <a:t>Scapy-based Packet Capture:</a:t>
          </a:r>
        </a:p>
      </dgm:t>
    </dgm:pt>
    <dgm:pt modelId="{C1A17753-E0A2-4A94-8A4C-8BDC20743D71}" type="parTrans" cxnId="{DAAA8757-3FD5-4CD3-8CB1-61AB0C041F74}">
      <dgm:prSet/>
      <dgm:spPr/>
      <dgm:t>
        <a:bodyPr/>
        <a:lstStyle/>
        <a:p>
          <a:endParaRPr lang="en-US"/>
        </a:p>
      </dgm:t>
    </dgm:pt>
    <dgm:pt modelId="{9A8A9CB1-7192-4F19-8D1D-727A12F08989}" type="sibTrans" cxnId="{DAAA8757-3FD5-4CD3-8CB1-61AB0C041F74}">
      <dgm:prSet/>
      <dgm:spPr/>
      <dgm:t>
        <a:bodyPr/>
        <a:lstStyle/>
        <a:p>
          <a:endParaRPr lang="en-US"/>
        </a:p>
      </dgm:t>
    </dgm:pt>
    <dgm:pt modelId="{63869198-2844-42D1-919C-C7F0648D810B}">
      <dgm:prSet/>
      <dgm:spPr/>
      <dgm:t>
        <a:bodyPr/>
        <a:lstStyle/>
        <a:p>
          <a:r>
            <a:rPr lang="en-US"/>
            <a:t>Live network traffic monitoring</a:t>
          </a:r>
        </a:p>
      </dgm:t>
    </dgm:pt>
    <dgm:pt modelId="{929E8B1A-7852-424E-9E15-4F7C6FFADBA1}" type="parTrans" cxnId="{C258572A-B742-4D1C-AA3A-71FC1D280DEB}">
      <dgm:prSet/>
      <dgm:spPr/>
      <dgm:t>
        <a:bodyPr/>
        <a:lstStyle/>
        <a:p>
          <a:endParaRPr lang="en-US"/>
        </a:p>
      </dgm:t>
    </dgm:pt>
    <dgm:pt modelId="{0DF246DC-B234-4127-BDB1-8F46DBF138EF}" type="sibTrans" cxnId="{C258572A-B742-4D1C-AA3A-71FC1D280DEB}">
      <dgm:prSet/>
      <dgm:spPr/>
      <dgm:t>
        <a:bodyPr/>
        <a:lstStyle/>
        <a:p>
          <a:endParaRPr lang="en-US"/>
        </a:p>
      </dgm:t>
    </dgm:pt>
    <dgm:pt modelId="{A82F4A67-3A08-4B1F-A5A4-F6624D235A55}">
      <dgm:prSet/>
      <dgm:spPr/>
      <dgm:t>
        <a:bodyPr/>
        <a:lstStyle/>
        <a:p>
          <a:r>
            <a:rPr lang="en-US"/>
            <a:t>Bidirectional flow tracking with timeout management</a:t>
          </a:r>
        </a:p>
      </dgm:t>
    </dgm:pt>
    <dgm:pt modelId="{D88FA459-8842-40A1-9113-C312221A3F80}" type="parTrans" cxnId="{445EEC46-0DD8-4512-A487-EBF1C7AA4B6F}">
      <dgm:prSet/>
      <dgm:spPr/>
      <dgm:t>
        <a:bodyPr/>
        <a:lstStyle/>
        <a:p>
          <a:endParaRPr lang="en-US"/>
        </a:p>
      </dgm:t>
    </dgm:pt>
    <dgm:pt modelId="{E32F96BF-7436-49D4-A988-6C7BDF1A9432}" type="sibTrans" cxnId="{445EEC46-0DD8-4512-A487-EBF1C7AA4B6F}">
      <dgm:prSet/>
      <dgm:spPr/>
      <dgm:t>
        <a:bodyPr/>
        <a:lstStyle/>
        <a:p>
          <a:endParaRPr lang="en-US"/>
        </a:p>
      </dgm:t>
    </dgm:pt>
    <dgm:pt modelId="{7323FD0B-5A81-4544-A327-109320EBC8A9}">
      <dgm:prSet/>
      <dgm:spPr/>
      <dgm:t>
        <a:bodyPr/>
        <a:lstStyle/>
        <a:p>
          <a:r>
            <a:rPr lang="en-US"/>
            <a:t>TCP flag analysis and inter-arrival time calculation</a:t>
          </a:r>
        </a:p>
      </dgm:t>
    </dgm:pt>
    <dgm:pt modelId="{5A288FC3-8492-411E-A35D-619970B10E7C}" type="parTrans" cxnId="{23F02151-A614-4910-A19D-B90C32076672}">
      <dgm:prSet/>
      <dgm:spPr/>
      <dgm:t>
        <a:bodyPr/>
        <a:lstStyle/>
        <a:p>
          <a:endParaRPr lang="en-US"/>
        </a:p>
      </dgm:t>
    </dgm:pt>
    <dgm:pt modelId="{5908BE9B-DAFB-4D9B-A15C-D60AEA166CA9}" type="sibTrans" cxnId="{23F02151-A614-4910-A19D-B90C32076672}">
      <dgm:prSet/>
      <dgm:spPr/>
      <dgm:t>
        <a:bodyPr/>
        <a:lstStyle/>
        <a:p>
          <a:endParaRPr lang="en-US"/>
        </a:p>
      </dgm:t>
    </dgm:pt>
    <dgm:pt modelId="{68979BA6-5F88-48BA-AF3B-6560771E8BD7}">
      <dgm:prSet/>
      <dgm:spPr/>
      <dgm:t>
        <a:bodyPr/>
        <a:lstStyle/>
        <a:p>
          <a:r>
            <a:rPr lang="en-US"/>
            <a:t>Flow-based Feature Extraction:</a:t>
          </a:r>
        </a:p>
      </dgm:t>
    </dgm:pt>
    <dgm:pt modelId="{CB7D1E72-2E1F-48B1-A0A9-43F355A9C881}" type="parTrans" cxnId="{CE3FA817-E143-46BC-A69A-4C5B2DE95474}">
      <dgm:prSet/>
      <dgm:spPr/>
      <dgm:t>
        <a:bodyPr/>
        <a:lstStyle/>
        <a:p>
          <a:endParaRPr lang="en-US"/>
        </a:p>
      </dgm:t>
    </dgm:pt>
    <dgm:pt modelId="{B557FD5A-DA63-4133-8330-C8932AEB05E3}" type="sibTrans" cxnId="{CE3FA817-E143-46BC-A69A-4C5B2DE95474}">
      <dgm:prSet/>
      <dgm:spPr/>
      <dgm:t>
        <a:bodyPr/>
        <a:lstStyle/>
        <a:p>
          <a:endParaRPr lang="en-US"/>
        </a:p>
      </dgm:t>
    </dgm:pt>
    <dgm:pt modelId="{4E4D4325-3A79-4518-BEC3-1AAFDD287156}">
      <dgm:prSet/>
      <dgm:spPr/>
      <dgm:t>
        <a:bodyPr/>
        <a:lstStyle/>
        <a:p>
          <a:r>
            <a:rPr lang="en-US"/>
            <a:t>Real-time calculation of 25 key features</a:t>
          </a:r>
        </a:p>
      </dgm:t>
    </dgm:pt>
    <dgm:pt modelId="{A0499E30-3BA8-40B0-8B55-AA52D51E9310}" type="parTrans" cxnId="{C0F3A736-F4E5-452F-8C22-3E56865C8F5B}">
      <dgm:prSet/>
      <dgm:spPr/>
      <dgm:t>
        <a:bodyPr/>
        <a:lstStyle/>
        <a:p>
          <a:endParaRPr lang="en-US"/>
        </a:p>
      </dgm:t>
    </dgm:pt>
    <dgm:pt modelId="{A82C42C5-98D4-455E-B3B0-B67DCB01A1FB}" type="sibTrans" cxnId="{C0F3A736-F4E5-452F-8C22-3E56865C8F5B}">
      <dgm:prSet/>
      <dgm:spPr/>
      <dgm:t>
        <a:bodyPr/>
        <a:lstStyle/>
        <a:p>
          <a:endParaRPr lang="en-US"/>
        </a:p>
      </dgm:t>
    </dgm:pt>
    <dgm:pt modelId="{FD33947F-E5DA-4B9B-BFC0-B1DA8B675723}">
      <dgm:prSet/>
      <dgm:spPr/>
      <dgm:t>
        <a:bodyPr/>
        <a:lstStyle/>
        <a:p>
          <a:r>
            <a:rPr lang="en-US"/>
            <a:t>Statistical analysis of packet patterns</a:t>
          </a:r>
        </a:p>
      </dgm:t>
    </dgm:pt>
    <dgm:pt modelId="{08D31F20-D3FD-4343-8F28-6C8855FCB9FF}" type="parTrans" cxnId="{F2B0490B-20EE-43BA-8F5A-420B48CD7A71}">
      <dgm:prSet/>
      <dgm:spPr/>
      <dgm:t>
        <a:bodyPr/>
        <a:lstStyle/>
        <a:p>
          <a:endParaRPr lang="en-US"/>
        </a:p>
      </dgm:t>
    </dgm:pt>
    <dgm:pt modelId="{069A47E3-AF8D-4057-B63A-74BF5F5739D3}" type="sibTrans" cxnId="{F2B0490B-20EE-43BA-8F5A-420B48CD7A71}">
      <dgm:prSet/>
      <dgm:spPr/>
      <dgm:t>
        <a:bodyPr/>
        <a:lstStyle/>
        <a:p>
          <a:endParaRPr lang="en-US"/>
        </a:p>
      </dgm:t>
    </dgm:pt>
    <dgm:pt modelId="{B8C19C6A-0D28-4BE5-B340-BF19F06432C4}">
      <dgm:prSet/>
      <dgm:spPr/>
      <dgm:t>
        <a:bodyPr/>
        <a:lstStyle/>
        <a:p>
          <a:r>
            <a:rPr lang="en-US"/>
            <a:t>Duration, byte rates, packet rates analysis</a:t>
          </a:r>
        </a:p>
      </dgm:t>
    </dgm:pt>
    <dgm:pt modelId="{3F6A2934-1DBB-45FF-B57B-E1BB8371C37C}" type="parTrans" cxnId="{DB12387B-E42F-4DF6-ACBE-FC9F854EF32C}">
      <dgm:prSet/>
      <dgm:spPr/>
      <dgm:t>
        <a:bodyPr/>
        <a:lstStyle/>
        <a:p>
          <a:endParaRPr lang="en-US"/>
        </a:p>
      </dgm:t>
    </dgm:pt>
    <dgm:pt modelId="{445FDCDB-50D9-4F1C-8A51-B74DC743AAEC}" type="sibTrans" cxnId="{DB12387B-E42F-4DF6-ACBE-FC9F854EF32C}">
      <dgm:prSet/>
      <dgm:spPr/>
      <dgm:t>
        <a:bodyPr/>
        <a:lstStyle/>
        <a:p>
          <a:endParaRPr lang="en-US"/>
        </a:p>
      </dgm:t>
    </dgm:pt>
    <dgm:pt modelId="{08F59E3A-E417-460C-B971-5172C32BA2FD}">
      <dgm:prSet/>
      <dgm:spPr/>
      <dgm:t>
        <a:bodyPr/>
        <a:lstStyle/>
        <a:p>
          <a:r>
            <a:rPr lang="en-US"/>
            <a:t>Intelligent Filtering:</a:t>
          </a:r>
        </a:p>
      </dgm:t>
    </dgm:pt>
    <dgm:pt modelId="{0EC76AC4-A209-48E6-8E0C-DD52EE0DB544}" type="parTrans" cxnId="{8FE8FCDA-A10F-4EE9-84AD-59CE13084958}">
      <dgm:prSet/>
      <dgm:spPr/>
      <dgm:t>
        <a:bodyPr/>
        <a:lstStyle/>
        <a:p>
          <a:endParaRPr lang="en-US"/>
        </a:p>
      </dgm:t>
    </dgm:pt>
    <dgm:pt modelId="{FA769599-0BF6-4299-8961-114365040F21}" type="sibTrans" cxnId="{8FE8FCDA-A10F-4EE9-84AD-59CE13084958}">
      <dgm:prSet/>
      <dgm:spPr/>
      <dgm:t>
        <a:bodyPr/>
        <a:lstStyle/>
        <a:p>
          <a:endParaRPr lang="en-US"/>
        </a:p>
      </dgm:t>
    </dgm:pt>
    <dgm:pt modelId="{4EA199D4-0E7A-4E66-8811-B6C317B4771A}">
      <dgm:prSet/>
      <dgm:spPr/>
      <dgm:t>
        <a:bodyPr/>
        <a:lstStyle/>
        <a:p>
          <a:r>
            <a:rPr lang="en-US"/>
            <a:t>Confidence threshold filtering (85%)</a:t>
          </a:r>
        </a:p>
      </dgm:t>
    </dgm:pt>
    <dgm:pt modelId="{33AABBF3-987C-4846-A7AD-735065B57284}" type="parTrans" cxnId="{9B186340-6924-4E69-AD52-EAE19C882E17}">
      <dgm:prSet/>
      <dgm:spPr/>
      <dgm:t>
        <a:bodyPr/>
        <a:lstStyle/>
        <a:p>
          <a:endParaRPr lang="en-US"/>
        </a:p>
      </dgm:t>
    </dgm:pt>
    <dgm:pt modelId="{33B78543-0CAC-436C-86F3-3BC68FE62D33}" type="sibTrans" cxnId="{9B186340-6924-4E69-AD52-EAE19C882E17}">
      <dgm:prSet/>
      <dgm:spPr/>
      <dgm:t>
        <a:bodyPr/>
        <a:lstStyle/>
        <a:p>
          <a:endParaRPr lang="en-US"/>
        </a:p>
      </dgm:t>
    </dgm:pt>
    <dgm:pt modelId="{53BEE499-8DD2-4AA3-A7F5-487A1ACD7763}">
      <dgm:prSet/>
      <dgm:spPr/>
      <dgm:t>
        <a:bodyPr/>
        <a:lstStyle/>
        <a:p>
          <a:r>
            <a:rPr lang="en-US"/>
            <a:t>Broadcast/multicast traffic filtering</a:t>
          </a:r>
        </a:p>
      </dgm:t>
    </dgm:pt>
    <dgm:pt modelId="{DC6FAA4C-0E1A-46D2-B6BB-82695D2295E2}" type="parTrans" cxnId="{BE471F2A-4F6D-405E-BEDF-BBE6EC259014}">
      <dgm:prSet/>
      <dgm:spPr/>
      <dgm:t>
        <a:bodyPr/>
        <a:lstStyle/>
        <a:p>
          <a:endParaRPr lang="en-US"/>
        </a:p>
      </dgm:t>
    </dgm:pt>
    <dgm:pt modelId="{04D835F5-73C1-4830-A9F1-6E4B4B35EDDA}" type="sibTrans" cxnId="{BE471F2A-4F6D-405E-BEDF-BBE6EC259014}">
      <dgm:prSet/>
      <dgm:spPr/>
      <dgm:t>
        <a:bodyPr/>
        <a:lstStyle/>
        <a:p>
          <a:endParaRPr lang="en-US"/>
        </a:p>
      </dgm:t>
    </dgm:pt>
    <dgm:pt modelId="{1CDF2890-58B9-42A7-BFE4-321443DA0680}">
      <dgm:prSet/>
      <dgm:spPr/>
      <dgm:t>
        <a:bodyPr/>
        <a:lstStyle/>
        <a:p>
          <a:r>
            <a:rPr lang="en-US"/>
            <a:t>Legitimate service traffic identification</a:t>
          </a:r>
        </a:p>
      </dgm:t>
    </dgm:pt>
    <dgm:pt modelId="{220B9033-87DB-4FF8-B649-DB1050B858C8}" type="parTrans" cxnId="{EE6C9F40-DDD7-44E8-A7A3-C74FC054E492}">
      <dgm:prSet/>
      <dgm:spPr/>
      <dgm:t>
        <a:bodyPr/>
        <a:lstStyle/>
        <a:p>
          <a:endParaRPr lang="en-US"/>
        </a:p>
      </dgm:t>
    </dgm:pt>
    <dgm:pt modelId="{4AD8B41A-58F9-4A16-904F-EEC900E6663D}" type="sibTrans" cxnId="{EE6C9F40-DDD7-44E8-A7A3-C74FC054E492}">
      <dgm:prSet/>
      <dgm:spPr/>
      <dgm:t>
        <a:bodyPr/>
        <a:lstStyle/>
        <a:p>
          <a:endParaRPr lang="en-US"/>
        </a:p>
      </dgm:t>
    </dgm:pt>
    <dgm:pt modelId="{11CC77A9-5471-DE41-BF4A-89A731CBDE6D}" type="pres">
      <dgm:prSet presAssocID="{7C3196C7-D8D4-4A19-9D11-00EAA9F43B70}" presName="linear" presStyleCnt="0">
        <dgm:presLayoutVars>
          <dgm:dir/>
          <dgm:animLvl val="lvl"/>
          <dgm:resizeHandles val="exact"/>
        </dgm:presLayoutVars>
      </dgm:prSet>
      <dgm:spPr/>
    </dgm:pt>
    <dgm:pt modelId="{2A7FF99A-E784-E34F-ADBE-024553DB1F6A}" type="pres">
      <dgm:prSet presAssocID="{C3CDBC40-1C01-4526-800B-0CDEAD4465AC}" presName="parentLin" presStyleCnt="0"/>
      <dgm:spPr/>
    </dgm:pt>
    <dgm:pt modelId="{F2086187-9420-154F-9850-3DCE2DFDF1B6}" type="pres">
      <dgm:prSet presAssocID="{C3CDBC40-1C01-4526-800B-0CDEAD4465AC}" presName="parentLeftMargin" presStyleLbl="node1" presStyleIdx="0" presStyleCnt="3"/>
      <dgm:spPr/>
    </dgm:pt>
    <dgm:pt modelId="{2F8511E1-8C67-E24E-BA3B-9C0B9560FB4D}" type="pres">
      <dgm:prSet presAssocID="{C3CDBC40-1C01-4526-800B-0CDEAD4465AC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2266ABD-472B-1A4F-9B56-F2BDA40F7EC4}" type="pres">
      <dgm:prSet presAssocID="{C3CDBC40-1C01-4526-800B-0CDEAD4465AC}" presName="negativeSpace" presStyleCnt="0"/>
      <dgm:spPr/>
    </dgm:pt>
    <dgm:pt modelId="{1BC59A76-17BA-F744-A4FD-E6FBBF83AC4A}" type="pres">
      <dgm:prSet presAssocID="{C3CDBC40-1C01-4526-800B-0CDEAD4465AC}" presName="childText" presStyleLbl="conFgAcc1" presStyleIdx="0" presStyleCnt="3">
        <dgm:presLayoutVars>
          <dgm:bulletEnabled val="1"/>
        </dgm:presLayoutVars>
      </dgm:prSet>
      <dgm:spPr/>
    </dgm:pt>
    <dgm:pt modelId="{DF6B2C07-B6AA-F64F-9CEF-231EA7A59D07}" type="pres">
      <dgm:prSet presAssocID="{9A8A9CB1-7192-4F19-8D1D-727A12F08989}" presName="spaceBetweenRectangles" presStyleCnt="0"/>
      <dgm:spPr/>
    </dgm:pt>
    <dgm:pt modelId="{F69A8BB1-5465-5C4A-81B8-CCBEBAE8234B}" type="pres">
      <dgm:prSet presAssocID="{68979BA6-5F88-48BA-AF3B-6560771E8BD7}" presName="parentLin" presStyleCnt="0"/>
      <dgm:spPr/>
    </dgm:pt>
    <dgm:pt modelId="{7FDCA1D4-D348-EE40-BD7C-C3775C57E26E}" type="pres">
      <dgm:prSet presAssocID="{68979BA6-5F88-48BA-AF3B-6560771E8BD7}" presName="parentLeftMargin" presStyleLbl="node1" presStyleIdx="0" presStyleCnt="3"/>
      <dgm:spPr/>
    </dgm:pt>
    <dgm:pt modelId="{A9885DBB-0B87-6C40-96A6-D9A44F5A2305}" type="pres">
      <dgm:prSet presAssocID="{68979BA6-5F88-48BA-AF3B-6560771E8BD7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71CF82F5-E0AF-5649-A0BE-0AE964CB782B}" type="pres">
      <dgm:prSet presAssocID="{68979BA6-5F88-48BA-AF3B-6560771E8BD7}" presName="negativeSpace" presStyleCnt="0"/>
      <dgm:spPr/>
    </dgm:pt>
    <dgm:pt modelId="{D2954F43-9073-1C48-9045-BA52D049E1D1}" type="pres">
      <dgm:prSet presAssocID="{68979BA6-5F88-48BA-AF3B-6560771E8BD7}" presName="childText" presStyleLbl="conFgAcc1" presStyleIdx="1" presStyleCnt="3">
        <dgm:presLayoutVars>
          <dgm:bulletEnabled val="1"/>
        </dgm:presLayoutVars>
      </dgm:prSet>
      <dgm:spPr/>
    </dgm:pt>
    <dgm:pt modelId="{145282AD-6E0D-734E-A518-56D25E626AA9}" type="pres">
      <dgm:prSet presAssocID="{B557FD5A-DA63-4133-8330-C8932AEB05E3}" presName="spaceBetweenRectangles" presStyleCnt="0"/>
      <dgm:spPr/>
    </dgm:pt>
    <dgm:pt modelId="{E309A2FD-EF1C-B947-AA85-5FBD9E1EBE83}" type="pres">
      <dgm:prSet presAssocID="{08F59E3A-E417-460C-B971-5172C32BA2FD}" presName="parentLin" presStyleCnt="0"/>
      <dgm:spPr/>
    </dgm:pt>
    <dgm:pt modelId="{C87A92C8-7A45-0E4B-BABB-C22FD3FB044D}" type="pres">
      <dgm:prSet presAssocID="{08F59E3A-E417-460C-B971-5172C32BA2FD}" presName="parentLeftMargin" presStyleLbl="node1" presStyleIdx="1" presStyleCnt="3"/>
      <dgm:spPr/>
    </dgm:pt>
    <dgm:pt modelId="{5EC12B3B-CE0D-0A49-A339-0830ECA21555}" type="pres">
      <dgm:prSet presAssocID="{08F59E3A-E417-460C-B971-5172C32BA2FD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A612895C-C93B-3545-8B10-2CF1A4A37761}" type="pres">
      <dgm:prSet presAssocID="{08F59E3A-E417-460C-B971-5172C32BA2FD}" presName="negativeSpace" presStyleCnt="0"/>
      <dgm:spPr/>
    </dgm:pt>
    <dgm:pt modelId="{84835751-7F21-6C49-AA34-62D1C2AC35FE}" type="pres">
      <dgm:prSet presAssocID="{08F59E3A-E417-460C-B971-5172C32BA2FD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F2B0490B-20EE-43BA-8F5A-420B48CD7A71}" srcId="{68979BA6-5F88-48BA-AF3B-6560771E8BD7}" destId="{FD33947F-E5DA-4B9B-BFC0-B1DA8B675723}" srcOrd="1" destOrd="0" parTransId="{08D31F20-D3FD-4343-8F28-6C8855FCB9FF}" sibTransId="{069A47E3-AF8D-4057-B63A-74BF5F5739D3}"/>
    <dgm:cxn modelId="{CE3FA817-E143-46BC-A69A-4C5B2DE95474}" srcId="{7C3196C7-D8D4-4A19-9D11-00EAA9F43B70}" destId="{68979BA6-5F88-48BA-AF3B-6560771E8BD7}" srcOrd="1" destOrd="0" parTransId="{CB7D1E72-2E1F-48B1-A0A9-43F355A9C881}" sibTransId="{B557FD5A-DA63-4133-8330-C8932AEB05E3}"/>
    <dgm:cxn modelId="{BE471F2A-4F6D-405E-BEDF-BBE6EC259014}" srcId="{08F59E3A-E417-460C-B971-5172C32BA2FD}" destId="{53BEE499-8DD2-4AA3-A7F5-487A1ACD7763}" srcOrd="1" destOrd="0" parTransId="{DC6FAA4C-0E1A-46D2-B6BB-82695D2295E2}" sibTransId="{04D835F5-73C1-4830-A9F1-6E4B4B35EDDA}"/>
    <dgm:cxn modelId="{C258572A-B742-4D1C-AA3A-71FC1D280DEB}" srcId="{C3CDBC40-1C01-4526-800B-0CDEAD4465AC}" destId="{63869198-2844-42D1-919C-C7F0648D810B}" srcOrd="0" destOrd="0" parTransId="{929E8B1A-7852-424E-9E15-4F7C6FFADBA1}" sibTransId="{0DF246DC-B234-4127-BDB1-8F46DBF138EF}"/>
    <dgm:cxn modelId="{844BCF34-B955-1E43-8F12-041C13370042}" type="presOf" srcId="{C3CDBC40-1C01-4526-800B-0CDEAD4465AC}" destId="{2F8511E1-8C67-E24E-BA3B-9C0B9560FB4D}" srcOrd="1" destOrd="0" presId="urn:microsoft.com/office/officeart/2005/8/layout/list1"/>
    <dgm:cxn modelId="{8E9D3D36-577F-344E-8728-818DD6225A32}" type="presOf" srcId="{53BEE499-8DD2-4AA3-A7F5-487A1ACD7763}" destId="{84835751-7F21-6C49-AA34-62D1C2AC35FE}" srcOrd="0" destOrd="1" presId="urn:microsoft.com/office/officeart/2005/8/layout/list1"/>
    <dgm:cxn modelId="{C0F3A736-F4E5-452F-8C22-3E56865C8F5B}" srcId="{68979BA6-5F88-48BA-AF3B-6560771E8BD7}" destId="{4E4D4325-3A79-4518-BEC3-1AAFDD287156}" srcOrd="0" destOrd="0" parTransId="{A0499E30-3BA8-40B0-8B55-AA52D51E9310}" sibTransId="{A82C42C5-98D4-455E-B3B0-B67DCB01A1FB}"/>
    <dgm:cxn modelId="{9B186340-6924-4E69-AD52-EAE19C882E17}" srcId="{08F59E3A-E417-460C-B971-5172C32BA2FD}" destId="{4EA199D4-0E7A-4E66-8811-B6C317B4771A}" srcOrd="0" destOrd="0" parTransId="{33AABBF3-987C-4846-A7AD-735065B57284}" sibTransId="{33B78543-0CAC-436C-86F3-3BC68FE62D33}"/>
    <dgm:cxn modelId="{EE6C9F40-DDD7-44E8-A7A3-C74FC054E492}" srcId="{08F59E3A-E417-460C-B971-5172C32BA2FD}" destId="{1CDF2890-58B9-42A7-BFE4-321443DA0680}" srcOrd="2" destOrd="0" parTransId="{220B9033-87DB-4FF8-B649-DB1050B858C8}" sibTransId="{4AD8B41A-58F9-4A16-904F-EEC900E6663D}"/>
    <dgm:cxn modelId="{EAD0D844-AF88-2943-962F-5B4BDEC6E83C}" type="presOf" srcId="{7323FD0B-5A81-4544-A327-109320EBC8A9}" destId="{1BC59A76-17BA-F744-A4FD-E6FBBF83AC4A}" srcOrd="0" destOrd="2" presId="urn:microsoft.com/office/officeart/2005/8/layout/list1"/>
    <dgm:cxn modelId="{445EEC46-0DD8-4512-A487-EBF1C7AA4B6F}" srcId="{C3CDBC40-1C01-4526-800B-0CDEAD4465AC}" destId="{A82F4A67-3A08-4B1F-A5A4-F6624D235A55}" srcOrd="1" destOrd="0" parTransId="{D88FA459-8842-40A1-9113-C312221A3F80}" sibTransId="{E32F96BF-7436-49D4-A988-6C7BDF1A9432}"/>
    <dgm:cxn modelId="{52351A48-F4B6-0047-9037-13EB6FE9525A}" type="presOf" srcId="{4E4D4325-3A79-4518-BEC3-1AAFDD287156}" destId="{D2954F43-9073-1C48-9045-BA52D049E1D1}" srcOrd="0" destOrd="0" presId="urn:microsoft.com/office/officeart/2005/8/layout/list1"/>
    <dgm:cxn modelId="{23F02151-A614-4910-A19D-B90C32076672}" srcId="{C3CDBC40-1C01-4526-800B-0CDEAD4465AC}" destId="{7323FD0B-5A81-4544-A327-109320EBC8A9}" srcOrd="2" destOrd="0" parTransId="{5A288FC3-8492-411E-A35D-619970B10E7C}" sibTransId="{5908BE9B-DAFB-4D9B-A15C-D60AEA166CA9}"/>
    <dgm:cxn modelId="{DAAA8757-3FD5-4CD3-8CB1-61AB0C041F74}" srcId="{7C3196C7-D8D4-4A19-9D11-00EAA9F43B70}" destId="{C3CDBC40-1C01-4526-800B-0CDEAD4465AC}" srcOrd="0" destOrd="0" parTransId="{C1A17753-E0A2-4A94-8A4C-8BDC20743D71}" sibTransId="{9A8A9CB1-7192-4F19-8D1D-727A12F08989}"/>
    <dgm:cxn modelId="{9F06EA65-22D1-D847-8AB0-446CCD495EFC}" type="presOf" srcId="{FD33947F-E5DA-4B9B-BFC0-B1DA8B675723}" destId="{D2954F43-9073-1C48-9045-BA52D049E1D1}" srcOrd="0" destOrd="1" presId="urn:microsoft.com/office/officeart/2005/8/layout/list1"/>
    <dgm:cxn modelId="{9835D767-822E-B04E-8579-1BB414827B27}" type="presOf" srcId="{63869198-2844-42D1-919C-C7F0648D810B}" destId="{1BC59A76-17BA-F744-A4FD-E6FBBF83AC4A}" srcOrd="0" destOrd="0" presId="urn:microsoft.com/office/officeart/2005/8/layout/list1"/>
    <dgm:cxn modelId="{2007FD6A-3830-2D4A-A2E0-3C521776EA4E}" type="presOf" srcId="{1CDF2890-58B9-42A7-BFE4-321443DA0680}" destId="{84835751-7F21-6C49-AA34-62D1C2AC35FE}" srcOrd="0" destOrd="2" presId="urn:microsoft.com/office/officeart/2005/8/layout/list1"/>
    <dgm:cxn modelId="{736A5574-54B1-CE45-AF69-A6E9D16626CC}" type="presOf" srcId="{68979BA6-5F88-48BA-AF3B-6560771E8BD7}" destId="{A9885DBB-0B87-6C40-96A6-D9A44F5A2305}" srcOrd="1" destOrd="0" presId="urn:microsoft.com/office/officeart/2005/8/layout/list1"/>
    <dgm:cxn modelId="{DB12387B-E42F-4DF6-ACBE-FC9F854EF32C}" srcId="{68979BA6-5F88-48BA-AF3B-6560771E8BD7}" destId="{B8C19C6A-0D28-4BE5-B340-BF19F06432C4}" srcOrd="2" destOrd="0" parTransId="{3F6A2934-1DBB-45FF-B57B-E1BB8371C37C}" sibTransId="{445FDCDB-50D9-4F1C-8A51-B74DC743AAEC}"/>
    <dgm:cxn modelId="{630E309C-5E6E-464D-9C82-EE1AEA407164}" type="presOf" srcId="{B8C19C6A-0D28-4BE5-B340-BF19F06432C4}" destId="{D2954F43-9073-1C48-9045-BA52D049E1D1}" srcOrd="0" destOrd="2" presId="urn:microsoft.com/office/officeart/2005/8/layout/list1"/>
    <dgm:cxn modelId="{9F55A5C2-DA81-8347-A503-DA0BF78C13C1}" type="presOf" srcId="{C3CDBC40-1C01-4526-800B-0CDEAD4465AC}" destId="{F2086187-9420-154F-9850-3DCE2DFDF1B6}" srcOrd="0" destOrd="0" presId="urn:microsoft.com/office/officeart/2005/8/layout/list1"/>
    <dgm:cxn modelId="{877E31C9-8BE9-E341-A2DC-F530B782BA6E}" type="presOf" srcId="{68979BA6-5F88-48BA-AF3B-6560771E8BD7}" destId="{7FDCA1D4-D348-EE40-BD7C-C3775C57E26E}" srcOrd="0" destOrd="0" presId="urn:microsoft.com/office/officeart/2005/8/layout/list1"/>
    <dgm:cxn modelId="{BA7DD9D0-0AA2-DC41-8055-C9BC3073F98D}" type="presOf" srcId="{7C3196C7-D8D4-4A19-9D11-00EAA9F43B70}" destId="{11CC77A9-5471-DE41-BF4A-89A731CBDE6D}" srcOrd="0" destOrd="0" presId="urn:microsoft.com/office/officeart/2005/8/layout/list1"/>
    <dgm:cxn modelId="{E4D093D8-CAAE-F24F-8EF8-021D6D518967}" type="presOf" srcId="{4EA199D4-0E7A-4E66-8811-B6C317B4771A}" destId="{84835751-7F21-6C49-AA34-62D1C2AC35FE}" srcOrd="0" destOrd="0" presId="urn:microsoft.com/office/officeart/2005/8/layout/list1"/>
    <dgm:cxn modelId="{8FE8FCDA-A10F-4EE9-84AD-59CE13084958}" srcId="{7C3196C7-D8D4-4A19-9D11-00EAA9F43B70}" destId="{08F59E3A-E417-460C-B971-5172C32BA2FD}" srcOrd="2" destOrd="0" parTransId="{0EC76AC4-A209-48E6-8E0C-DD52EE0DB544}" sibTransId="{FA769599-0BF6-4299-8961-114365040F21}"/>
    <dgm:cxn modelId="{946017DD-C06B-E646-A7F5-7E17C6FAD15C}" type="presOf" srcId="{A82F4A67-3A08-4B1F-A5A4-F6624D235A55}" destId="{1BC59A76-17BA-F744-A4FD-E6FBBF83AC4A}" srcOrd="0" destOrd="1" presId="urn:microsoft.com/office/officeart/2005/8/layout/list1"/>
    <dgm:cxn modelId="{A9E6BDE7-1871-7743-A286-B525AE4FE92A}" type="presOf" srcId="{08F59E3A-E417-460C-B971-5172C32BA2FD}" destId="{C87A92C8-7A45-0E4B-BABB-C22FD3FB044D}" srcOrd="0" destOrd="0" presId="urn:microsoft.com/office/officeart/2005/8/layout/list1"/>
    <dgm:cxn modelId="{959D9FF6-5365-9F4E-943E-5CE7A1F4993D}" type="presOf" srcId="{08F59E3A-E417-460C-B971-5172C32BA2FD}" destId="{5EC12B3B-CE0D-0A49-A339-0830ECA21555}" srcOrd="1" destOrd="0" presId="urn:microsoft.com/office/officeart/2005/8/layout/list1"/>
    <dgm:cxn modelId="{20AEE4CF-880B-EB46-B9B1-07408EB305B3}" type="presParOf" srcId="{11CC77A9-5471-DE41-BF4A-89A731CBDE6D}" destId="{2A7FF99A-E784-E34F-ADBE-024553DB1F6A}" srcOrd="0" destOrd="0" presId="urn:microsoft.com/office/officeart/2005/8/layout/list1"/>
    <dgm:cxn modelId="{366CE820-C7A4-EE4E-87AF-0F35FF76119C}" type="presParOf" srcId="{2A7FF99A-E784-E34F-ADBE-024553DB1F6A}" destId="{F2086187-9420-154F-9850-3DCE2DFDF1B6}" srcOrd="0" destOrd="0" presId="urn:microsoft.com/office/officeart/2005/8/layout/list1"/>
    <dgm:cxn modelId="{6F46677A-2EB2-514D-9EE8-DA12B516F0DA}" type="presParOf" srcId="{2A7FF99A-E784-E34F-ADBE-024553DB1F6A}" destId="{2F8511E1-8C67-E24E-BA3B-9C0B9560FB4D}" srcOrd="1" destOrd="0" presId="urn:microsoft.com/office/officeart/2005/8/layout/list1"/>
    <dgm:cxn modelId="{D8214D68-9CAE-B54B-987B-F56728F8056F}" type="presParOf" srcId="{11CC77A9-5471-DE41-BF4A-89A731CBDE6D}" destId="{A2266ABD-472B-1A4F-9B56-F2BDA40F7EC4}" srcOrd="1" destOrd="0" presId="urn:microsoft.com/office/officeart/2005/8/layout/list1"/>
    <dgm:cxn modelId="{2CBD2BCE-EEB4-5645-86B3-3526ADAC4005}" type="presParOf" srcId="{11CC77A9-5471-DE41-BF4A-89A731CBDE6D}" destId="{1BC59A76-17BA-F744-A4FD-E6FBBF83AC4A}" srcOrd="2" destOrd="0" presId="urn:microsoft.com/office/officeart/2005/8/layout/list1"/>
    <dgm:cxn modelId="{FFC78AEA-53A0-6543-9F14-92D24FF80438}" type="presParOf" srcId="{11CC77A9-5471-DE41-BF4A-89A731CBDE6D}" destId="{DF6B2C07-B6AA-F64F-9CEF-231EA7A59D07}" srcOrd="3" destOrd="0" presId="urn:microsoft.com/office/officeart/2005/8/layout/list1"/>
    <dgm:cxn modelId="{60C9697D-51CD-6349-B299-E119CADF6A16}" type="presParOf" srcId="{11CC77A9-5471-DE41-BF4A-89A731CBDE6D}" destId="{F69A8BB1-5465-5C4A-81B8-CCBEBAE8234B}" srcOrd="4" destOrd="0" presId="urn:microsoft.com/office/officeart/2005/8/layout/list1"/>
    <dgm:cxn modelId="{9F39D699-D5C5-EC43-BC9D-7FB072255965}" type="presParOf" srcId="{F69A8BB1-5465-5C4A-81B8-CCBEBAE8234B}" destId="{7FDCA1D4-D348-EE40-BD7C-C3775C57E26E}" srcOrd="0" destOrd="0" presId="urn:microsoft.com/office/officeart/2005/8/layout/list1"/>
    <dgm:cxn modelId="{7A2802EE-4821-544D-B19E-9736AF233AB9}" type="presParOf" srcId="{F69A8BB1-5465-5C4A-81B8-CCBEBAE8234B}" destId="{A9885DBB-0B87-6C40-96A6-D9A44F5A2305}" srcOrd="1" destOrd="0" presId="urn:microsoft.com/office/officeart/2005/8/layout/list1"/>
    <dgm:cxn modelId="{CB5F30F0-4F77-DB4C-B027-4AD4D8FFAAD6}" type="presParOf" srcId="{11CC77A9-5471-DE41-BF4A-89A731CBDE6D}" destId="{71CF82F5-E0AF-5649-A0BE-0AE964CB782B}" srcOrd="5" destOrd="0" presId="urn:microsoft.com/office/officeart/2005/8/layout/list1"/>
    <dgm:cxn modelId="{EAC539D9-0318-D34B-B3E2-BF393C76332D}" type="presParOf" srcId="{11CC77A9-5471-DE41-BF4A-89A731CBDE6D}" destId="{D2954F43-9073-1C48-9045-BA52D049E1D1}" srcOrd="6" destOrd="0" presId="urn:microsoft.com/office/officeart/2005/8/layout/list1"/>
    <dgm:cxn modelId="{0E6AB784-B17D-8545-8EBA-A26E44B54BAE}" type="presParOf" srcId="{11CC77A9-5471-DE41-BF4A-89A731CBDE6D}" destId="{145282AD-6E0D-734E-A518-56D25E626AA9}" srcOrd="7" destOrd="0" presId="urn:microsoft.com/office/officeart/2005/8/layout/list1"/>
    <dgm:cxn modelId="{5E8644DE-57EE-1B42-AA5B-2DD17D21004C}" type="presParOf" srcId="{11CC77A9-5471-DE41-BF4A-89A731CBDE6D}" destId="{E309A2FD-EF1C-B947-AA85-5FBD9E1EBE83}" srcOrd="8" destOrd="0" presId="urn:microsoft.com/office/officeart/2005/8/layout/list1"/>
    <dgm:cxn modelId="{109D6257-BE70-784B-ACF6-7DCB2C61C644}" type="presParOf" srcId="{E309A2FD-EF1C-B947-AA85-5FBD9E1EBE83}" destId="{C87A92C8-7A45-0E4B-BABB-C22FD3FB044D}" srcOrd="0" destOrd="0" presId="urn:microsoft.com/office/officeart/2005/8/layout/list1"/>
    <dgm:cxn modelId="{7804E889-7095-5647-A28A-CCD08EDF8BBA}" type="presParOf" srcId="{E309A2FD-EF1C-B947-AA85-5FBD9E1EBE83}" destId="{5EC12B3B-CE0D-0A49-A339-0830ECA21555}" srcOrd="1" destOrd="0" presId="urn:microsoft.com/office/officeart/2005/8/layout/list1"/>
    <dgm:cxn modelId="{124EBC45-FDDE-8A49-97B4-B98BB565A3E3}" type="presParOf" srcId="{11CC77A9-5471-DE41-BF4A-89A731CBDE6D}" destId="{A612895C-C93B-3545-8B10-2CF1A4A37761}" srcOrd="9" destOrd="0" presId="urn:microsoft.com/office/officeart/2005/8/layout/list1"/>
    <dgm:cxn modelId="{0C8F6B29-B2C7-3A41-A098-C83423F82CA9}" type="presParOf" srcId="{11CC77A9-5471-DE41-BF4A-89A731CBDE6D}" destId="{84835751-7F21-6C49-AA34-62D1C2AC35FE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BEF98D-08A9-8E41-830B-800D17CDCB81}">
      <dsp:nvSpPr>
        <dsp:cNvPr id="0" name=""/>
        <dsp:cNvSpPr/>
      </dsp:nvSpPr>
      <dsp:spPr>
        <a:xfrm>
          <a:off x="3243197" y="784453"/>
          <a:ext cx="60357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03570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529128" y="827002"/>
        <a:ext cx="31708" cy="6341"/>
      </dsp:txXfrm>
    </dsp:sp>
    <dsp:sp modelId="{8913E920-1937-8E4A-80CB-BC629D264C4D}">
      <dsp:nvSpPr>
        <dsp:cNvPr id="0" name=""/>
        <dsp:cNvSpPr/>
      </dsp:nvSpPr>
      <dsp:spPr>
        <a:xfrm>
          <a:off x="487732" y="2994"/>
          <a:ext cx="2757264" cy="165435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08" tIns="141820" rIns="135108" bIns="141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DDoS attacks are increasing in frequency and sophistication</a:t>
          </a:r>
        </a:p>
      </dsp:txBody>
      <dsp:txXfrm>
        <a:off x="487732" y="2994"/>
        <a:ext cx="2757264" cy="1654358"/>
      </dsp:txXfrm>
    </dsp:sp>
    <dsp:sp modelId="{988D6C1B-8956-E947-90B5-CA4E83B0A613}">
      <dsp:nvSpPr>
        <dsp:cNvPr id="0" name=""/>
        <dsp:cNvSpPr/>
      </dsp:nvSpPr>
      <dsp:spPr>
        <a:xfrm>
          <a:off x="6634632" y="784453"/>
          <a:ext cx="60357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03570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20563" y="827002"/>
        <a:ext cx="31708" cy="6341"/>
      </dsp:txXfrm>
    </dsp:sp>
    <dsp:sp modelId="{4E191A13-50C9-2540-BF4D-04358057F168}">
      <dsp:nvSpPr>
        <dsp:cNvPr id="0" name=""/>
        <dsp:cNvSpPr/>
      </dsp:nvSpPr>
      <dsp:spPr>
        <a:xfrm>
          <a:off x="3879167" y="2994"/>
          <a:ext cx="2757264" cy="165435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08" tIns="141820" rIns="135108" bIns="141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Traditional signature-based detection fails against new attack vectors</a:t>
          </a:r>
        </a:p>
      </dsp:txBody>
      <dsp:txXfrm>
        <a:off x="3879167" y="2994"/>
        <a:ext cx="2757264" cy="1654358"/>
      </dsp:txXfrm>
    </dsp:sp>
    <dsp:sp modelId="{7943C738-0E43-3843-AE9F-B007B0CBBD0E}">
      <dsp:nvSpPr>
        <dsp:cNvPr id="0" name=""/>
        <dsp:cNvSpPr/>
      </dsp:nvSpPr>
      <dsp:spPr>
        <a:xfrm>
          <a:off x="1866364" y="1655552"/>
          <a:ext cx="6782870" cy="603570"/>
        </a:xfrm>
        <a:custGeom>
          <a:avLst/>
          <a:gdLst/>
          <a:ahLst/>
          <a:cxnLst/>
          <a:rect l="0" t="0" r="0" b="0"/>
          <a:pathLst>
            <a:path>
              <a:moveTo>
                <a:pt x="6782870" y="0"/>
              </a:moveTo>
              <a:lnTo>
                <a:pt x="6782870" y="318885"/>
              </a:lnTo>
              <a:lnTo>
                <a:pt x="0" y="318885"/>
              </a:lnTo>
              <a:lnTo>
                <a:pt x="0" y="60357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87488" y="1954167"/>
        <a:ext cx="340622" cy="6341"/>
      </dsp:txXfrm>
    </dsp:sp>
    <dsp:sp modelId="{701A084D-7967-4343-BEE2-7979BCA831A9}">
      <dsp:nvSpPr>
        <dsp:cNvPr id="0" name=""/>
        <dsp:cNvSpPr/>
      </dsp:nvSpPr>
      <dsp:spPr>
        <a:xfrm>
          <a:off x="7270602" y="2994"/>
          <a:ext cx="2757264" cy="165435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08" tIns="141820" rIns="135108" bIns="141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Small and medium businesses lack affordable protection solutions</a:t>
          </a:r>
        </a:p>
      </dsp:txBody>
      <dsp:txXfrm>
        <a:off x="7270602" y="2994"/>
        <a:ext cx="2757264" cy="1654358"/>
      </dsp:txXfrm>
    </dsp:sp>
    <dsp:sp modelId="{6A7EF07E-179E-524F-B49A-8A0E9731AB1A}">
      <dsp:nvSpPr>
        <dsp:cNvPr id="0" name=""/>
        <dsp:cNvSpPr/>
      </dsp:nvSpPr>
      <dsp:spPr>
        <a:xfrm>
          <a:off x="3243197" y="3072982"/>
          <a:ext cx="60357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03570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529128" y="3115531"/>
        <a:ext cx="31708" cy="6341"/>
      </dsp:txXfrm>
    </dsp:sp>
    <dsp:sp modelId="{00B40F6A-C86C-D341-8DBD-77BA87142B26}">
      <dsp:nvSpPr>
        <dsp:cNvPr id="0" name=""/>
        <dsp:cNvSpPr/>
      </dsp:nvSpPr>
      <dsp:spPr>
        <a:xfrm>
          <a:off x="487732" y="2291523"/>
          <a:ext cx="2757264" cy="165435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08" tIns="141820" rIns="135108" bIns="141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Attack volumes reaching multi-Tbps scale</a:t>
          </a:r>
        </a:p>
      </dsp:txBody>
      <dsp:txXfrm>
        <a:off x="487732" y="2291523"/>
        <a:ext cx="2757264" cy="1654358"/>
      </dsp:txXfrm>
    </dsp:sp>
    <dsp:sp modelId="{75A8E570-6E34-0840-90FC-E3ED7F825DBE}">
      <dsp:nvSpPr>
        <dsp:cNvPr id="0" name=""/>
        <dsp:cNvSpPr/>
      </dsp:nvSpPr>
      <dsp:spPr>
        <a:xfrm>
          <a:off x="6634632" y="3072982"/>
          <a:ext cx="60357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03570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20563" y="3115531"/>
        <a:ext cx="31708" cy="6341"/>
      </dsp:txXfrm>
    </dsp:sp>
    <dsp:sp modelId="{7AAE1073-C61B-CA45-8D66-8D90A4D2A7A9}">
      <dsp:nvSpPr>
        <dsp:cNvPr id="0" name=""/>
        <dsp:cNvSpPr/>
      </dsp:nvSpPr>
      <dsp:spPr>
        <a:xfrm>
          <a:off x="3879167" y="2291523"/>
          <a:ext cx="2757264" cy="165435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08" tIns="141820" rIns="135108" bIns="141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Economic impact: billions in losses annually</a:t>
          </a:r>
        </a:p>
      </dsp:txBody>
      <dsp:txXfrm>
        <a:off x="3879167" y="2291523"/>
        <a:ext cx="2757264" cy="1654358"/>
      </dsp:txXfrm>
    </dsp:sp>
    <dsp:sp modelId="{75B74F34-8DB8-3244-B236-B789E560BFA4}">
      <dsp:nvSpPr>
        <dsp:cNvPr id="0" name=""/>
        <dsp:cNvSpPr/>
      </dsp:nvSpPr>
      <dsp:spPr>
        <a:xfrm>
          <a:off x="7270602" y="2291523"/>
          <a:ext cx="2757264" cy="165435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08" tIns="141820" rIns="135108" bIns="141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Need for real-time, adaptive detection systems</a:t>
          </a:r>
        </a:p>
      </dsp:txBody>
      <dsp:txXfrm>
        <a:off x="7270602" y="2291523"/>
        <a:ext cx="2757264" cy="165435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6E6A85-8252-864D-82D5-0885586C32D5}">
      <dsp:nvSpPr>
        <dsp:cNvPr id="0" name=""/>
        <dsp:cNvSpPr/>
      </dsp:nvSpPr>
      <dsp:spPr>
        <a:xfrm>
          <a:off x="0" y="407910"/>
          <a:ext cx="6900512" cy="128204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5556" tIns="458216" rIns="535556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99.85% accuracy, $100K-500K+ annually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Bayesian probability and unsupervised ML</a:t>
          </a:r>
        </a:p>
      </dsp:txBody>
      <dsp:txXfrm>
        <a:off x="0" y="407910"/>
        <a:ext cx="6900512" cy="1282049"/>
      </dsp:txXfrm>
    </dsp:sp>
    <dsp:sp modelId="{DD403F52-7220-6146-BE10-093E6A6889CC}">
      <dsp:nvSpPr>
        <dsp:cNvPr id="0" name=""/>
        <dsp:cNvSpPr/>
      </dsp:nvSpPr>
      <dsp:spPr>
        <a:xfrm>
          <a:off x="345025" y="83190"/>
          <a:ext cx="4830358" cy="6494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NETSCOUT Arbor Edge Defense</a:t>
          </a:r>
        </a:p>
      </dsp:txBody>
      <dsp:txXfrm>
        <a:off x="376728" y="114893"/>
        <a:ext cx="4766952" cy="586034"/>
      </dsp:txXfrm>
    </dsp:sp>
    <dsp:sp modelId="{50BE1873-7B73-BA42-B8C7-5BFC6693AAA2}">
      <dsp:nvSpPr>
        <dsp:cNvPr id="0" name=""/>
        <dsp:cNvSpPr/>
      </dsp:nvSpPr>
      <dsp:spPr>
        <a:xfrm>
          <a:off x="0" y="2133480"/>
          <a:ext cx="6900512" cy="128204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2340760"/>
              <a:satOff val="-2919"/>
              <a:lumOff val="68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5556" tIns="458216" rIns="535556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99.75% accuracy, $10K-100K+ annually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Dimensional profiling and behavioral learning</a:t>
          </a:r>
        </a:p>
      </dsp:txBody>
      <dsp:txXfrm>
        <a:off x="0" y="2133480"/>
        <a:ext cx="6900512" cy="1282049"/>
      </dsp:txXfrm>
    </dsp:sp>
    <dsp:sp modelId="{5E859CF3-6CC2-1A46-B02B-9A576E8F2456}">
      <dsp:nvSpPr>
        <dsp:cNvPr id="0" name=""/>
        <dsp:cNvSpPr/>
      </dsp:nvSpPr>
      <dsp:spPr>
        <a:xfrm>
          <a:off x="345025" y="1808760"/>
          <a:ext cx="4830358" cy="649440"/>
        </a:xfrm>
        <a:prstGeom prst="roundRect">
          <a:avLst/>
        </a:prstGeom>
        <a:solidFill>
          <a:schemeClr val="accent2">
            <a:hueOff val="2340760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Cloudflare Adaptive DDoS Protection</a:t>
          </a:r>
        </a:p>
      </dsp:txBody>
      <dsp:txXfrm>
        <a:off x="376728" y="1840463"/>
        <a:ext cx="4766952" cy="586034"/>
      </dsp:txXfrm>
    </dsp:sp>
    <dsp:sp modelId="{A4CA8CB0-4E01-4F44-BF06-FD16F3206F40}">
      <dsp:nvSpPr>
        <dsp:cNvPr id="0" name=""/>
        <dsp:cNvSpPr/>
      </dsp:nvSpPr>
      <dsp:spPr>
        <a:xfrm>
          <a:off x="0" y="3859050"/>
          <a:ext cx="6900512" cy="15939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4681520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5556" tIns="458216" rIns="535556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99.80% accuracy, $50K-300K+ annually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Behavior-based detection with real-time signatures</a:t>
          </a:r>
        </a:p>
      </dsp:txBody>
      <dsp:txXfrm>
        <a:off x="0" y="3859050"/>
        <a:ext cx="6900512" cy="1593900"/>
      </dsp:txXfrm>
    </dsp:sp>
    <dsp:sp modelId="{A79EACB1-F2A5-C047-B9E4-C56D9EA62DFB}">
      <dsp:nvSpPr>
        <dsp:cNvPr id="0" name=""/>
        <dsp:cNvSpPr/>
      </dsp:nvSpPr>
      <dsp:spPr>
        <a:xfrm>
          <a:off x="345025" y="3534330"/>
          <a:ext cx="4830358" cy="649440"/>
        </a:xfrm>
        <a:prstGeom prst="roundRect">
          <a:avLst/>
        </a:prstGeom>
        <a:solidFill>
          <a:schemeClr val="accent2">
            <a:hueOff val="4681520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Radware DefensePro X</a:t>
          </a:r>
        </a:p>
      </dsp:txBody>
      <dsp:txXfrm>
        <a:off x="376728" y="3566033"/>
        <a:ext cx="4766952" cy="58603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90A4AA-C806-484E-8D29-B6A6584F47AC}">
      <dsp:nvSpPr>
        <dsp:cNvPr id="0" name=""/>
        <dsp:cNvSpPr/>
      </dsp:nvSpPr>
      <dsp:spPr>
        <a:xfrm>
          <a:off x="0" y="407910"/>
          <a:ext cx="6900512" cy="128204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5556" tIns="458216" rIns="535556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95.2% accuracy, statistical traffic profiling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Limited ML capabilities, requires expertise</a:t>
          </a:r>
        </a:p>
      </dsp:txBody>
      <dsp:txXfrm>
        <a:off x="0" y="407910"/>
        <a:ext cx="6900512" cy="1282049"/>
      </dsp:txXfrm>
    </dsp:sp>
    <dsp:sp modelId="{0E8FF7A7-CAA9-AD41-A449-02D78B5E240C}">
      <dsp:nvSpPr>
        <dsp:cNvPr id="0" name=""/>
        <dsp:cNvSpPr/>
      </dsp:nvSpPr>
      <dsp:spPr>
        <a:xfrm>
          <a:off x="345025" y="83190"/>
          <a:ext cx="4830358" cy="6494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FastNetMon + Morgoth</a:t>
          </a:r>
        </a:p>
      </dsp:txBody>
      <dsp:txXfrm>
        <a:off x="376728" y="114893"/>
        <a:ext cx="4766952" cy="586034"/>
      </dsp:txXfrm>
    </dsp:sp>
    <dsp:sp modelId="{2431E505-4092-ED45-91BB-DAFBBD0000FB}">
      <dsp:nvSpPr>
        <dsp:cNvPr id="0" name=""/>
        <dsp:cNvSpPr/>
      </dsp:nvSpPr>
      <dsp:spPr>
        <a:xfrm>
          <a:off x="0" y="2133480"/>
          <a:ext cx="6900512" cy="15939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2340760"/>
              <a:satOff val="-2919"/>
              <a:lumOff val="68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5556" tIns="458216" rIns="535556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96.5% accuracy, rule-based with ML enhancements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Resource-intensive, generates false positives</a:t>
          </a:r>
        </a:p>
      </dsp:txBody>
      <dsp:txXfrm>
        <a:off x="0" y="2133480"/>
        <a:ext cx="6900512" cy="1593900"/>
      </dsp:txXfrm>
    </dsp:sp>
    <dsp:sp modelId="{5F5C8A72-D1A6-814B-B30C-EAB299405C03}">
      <dsp:nvSpPr>
        <dsp:cNvPr id="0" name=""/>
        <dsp:cNvSpPr/>
      </dsp:nvSpPr>
      <dsp:spPr>
        <a:xfrm>
          <a:off x="345025" y="1808760"/>
          <a:ext cx="4830358" cy="649440"/>
        </a:xfrm>
        <a:prstGeom prst="roundRect">
          <a:avLst/>
        </a:prstGeom>
        <a:solidFill>
          <a:schemeClr val="accent2">
            <a:hueOff val="2340760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Suricata with ML Extensions</a:t>
          </a:r>
        </a:p>
      </dsp:txBody>
      <dsp:txXfrm>
        <a:off x="376728" y="1840463"/>
        <a:ext cx="4766952" cy="586034"/>
      </dsp:txXfrm>
    </dsp:sp>
    <dsp:sp modelId="{B6ED22AA-AA8C-8643-9112-C1C093972D30}">
      <dsp:nvSpPr>
        <dsp:cNvPr id="0" name=""/>
        <dsp:cNvSpPr/>
      </dsp:nvSpPr>
      <dsp:spPr>
        <a:xfrm>
          <a:off x="0" y="4170900"/>
          <a:ext cx="6900512" cy="128204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4681520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5556" tIns="458216" rIns="535556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90% accuracy, supervised ML with fail2ban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Older project, limited recent updates</a:t>
          </a:r>
        </a:p>
      </dsp:txBody>
      <dsp:txXfrm>
        <a:off x="0" y="4170900"/>
        <a:ext cx="6900512" cy="1282049"/>
      </dsp:txXfrm>
    </dsp:sp>
    <dsp:sp modelId="{F5A57490-F1D3-384D-BE67-CA177151B4FA}">
      <dsp:nvSpPr>
        <dsp:cNvPr id="0" name=""/>
        <dsp:cNvSpPr/>
      </dsp:nvSpPr>
      <dsp:spPr>
        <a:xfrm>
          <a:off x="345025" y="3846180"/>
          <a:ext cx="4830358" cy="649440"/>
        </a:xfrm>
        <a:prstGeom prst="roundRect">
          <a:avLst/>
        </a:prstGeom>
        <a:solidFill>
          <a:schemeClr val="accent2">
            <a:hueOff val="4681520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Learn2ban</a:t>
          </a:r>
        </a:p>
      </dsp:txBody>
      <dsp:txXfrm>
        <a:off x="376728" y="3877883"/>
        <a:ext cx="4766952" cy="58603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CAC45E-1601-9A41-8BEC-C15109204BAF}">
      <dsp:nvSpPr>
        <dsp:cNvPr id="0" name=""/>
        <dsp:cNvSpPr/>
      </dsp:nvSpPr>
      <dsp:spPr>
        <a:xfrm>
          <a:off x="0" y="102024"/>
          <a:ext cx="6900512" cy="103285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Commercial Solutions:</a:t>
          </a:r>
        </a:p>
      </dsp:txBody>
      <dsp:txXfrm>
        <a:off x="50420" y="152444"/>
        <a:ext cx="6799672" cy="932014"/>
      </dsp:txXfrm>
    </dsp:sp>
    <dsp:sp modelId="{8386CECF-AD3D-8441-B806-A65B88F47558}">
      <dsp:nvSpPr>
        <dsp:cNvPr id="0" name=""/>
        <dsp:cNvSpPr/>
      </dsp:nvSpPr>
      <dsp:spPr>
        <a:xfrm>
          <a:off x="0" y="1134878"/>
          <a:ext cx="6900512" cy="12647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9091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Pros: High accuracy, enterprise support, global threat intelligence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Cons: Expensive ($10K-500K+), black-box algorithms, vendor lock-in</a:t>
          </a:r>
        </a:p>
      </dsp:txBody>
      <dsp:txXfrm>
        <a:off x="0" y="1134878"/>
        <a:ext cx="6900512" cy="1264770"/>
      </dsp:txXfrm>
    </dsp:sp>
    <dsp:sp modelId="{0B072535-9CDE-134C-9E75-BCAF1047BEF6}">
      <dsp:nvSpPr>
        <dsp:cNvPr id="0" name=""/>
        <dsp:cNvSpPr/>
      </dsp:nvSpPr>
      <dsp:spPr>
        <a:xfrm>
          <a:off x="0" y="2399648"/>
          <a:ext cx="6900512" cy="1032854"/>
        </a:xfrm>
        <a:prstGeom prst="roundRect">
          <a:avLst/>
        </a:prstGeom>
        <a:solidFill>
          <a:schemeClr val="accent2">
            <a:hueOff val="2340760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Open-Source Solutions:</a:t>
          </a:r>
        </a:p>
      </dsp:txBody>
      <dsp:txXfrm>
        <a:off x="50420" y="2450068"/>
        <a:ext cx="6799672" cy="932014"/>
      </dsp:txXfrm>
    </dsp:sp>
    <dsp:sp modelId="{258645A6-B6C5-C143-A7B1-A4FF81DAEDB0}">
      <dsp:nvSpPr>
        <dsp:cNvPr id="0" name=""/>
        <dsp:cNvSpPr/>
      </dsp:nvSpPr>
      <dsp:spPr>
        <a:xfrm>
          <a:off x="0" y="3432502"/>
          <a:ext cx="6900512" cy="9687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9091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Pros: Free, customizable, transparent algorithms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Cons: Lower accuracy (90-96%), limited support, complex setup</a:t>
          </a:r>
        </a:p>
      </dsp:txBody>
      <dsp:txXfrm>
        <a:off x="0" y="3432502"/>
        <a:ext cx="6900512" cy="968760"/>
      </dsp:txXfrm>
    </dsp:sp>
    <dsp:sp modelId="{125ADE53-4059-2243-81B1-2F92BC9ED34A}">
      <dsp:nvSpPr>
        <dsp:cNvPr id="0" name=""/>
        <dsp:cNvSpPr/>
      </dsp:nvSpPr>
      <dsp:spPr>
        <a:xfrm>
          <a:off x="0" y="4401262"/>
          <a:ext cx="6900512" cy="1032854"/>
        </a:xfrm>
        <a:prstGeom prst="roundRect">
          <a:avLst/>
        </a:prstGeom>
        <a:solidFill>
          <a:schemeClr val="accent2">
            <a:hueOff val="4681520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Market Gap: High-accuracy, cost-effective solution for SMBs</a:t>
          </a:r>
        </a:p>
      </dsp:txBody>
      <dsp:txXfrm>
        <a:off x="50420" y="4451682"/>
        <a:ext cx="6799672" cy="93201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AE839E-4BE1-5449-8C02-70D0669A25F8}">
      <dsp:nvSpPr>
        <dsp:cNvPr id="0" name=""/>
        <dsp:cNvSpPr/>
      </dsp:nvSpPr>
      <dsp:spPr>
        <a:xfrm>
          <a:off x="0" y="387120"/>
          <a:ext cx="6900512" cy="26333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5556" tIns="458216" rIns="535556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Test Accuracy: 99.67% (exceeds academic benchmarks)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Cross-validation Mean: 99.67% (consistent performance)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Cross-validation Std: 0.04% (low variance)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False Positive Rate: 0.32%</a:t>
          </a:r>
        </a:p>
      </dsp:txBody>
      <dsp:txXfrm>
        <a:off x="0" y="387120"/>
        <a:ext cx="6900512" cy="2633399"/>
      </dsp:txXfrm>
    </dsp:sp>
    <dsp:sp modelId="{D48BCDDD-B871-C844-A385-340B88EAEE26}">
      <dsp:nvSpPr>
        <dsp:cNvPr id="0" name=""/>
        <dsp:cNvSpPr/>
      </dsp:nvSpPr>
      <dsp:spPr>
        <a:xfrm>
          <a:off x="345025" y="62400"/>
          <a:ext cx="4830358" cy="6494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Performance Metrics:</a:t>
          </a:r>
        </a:p>
      </dsp:txBody>
      <dsp:txXfrm>
        <a:off x="376728" y="94103"/>
        <a:ext cx="4766952" cy="586034"/>
      </dsp:txXfrm>
    </dsp:sp>
    <dsp:sp modelId="{C5526558-BD5C-AD4B-9698-E9D28D00048B}">
      <dsp:nvSpPr>
        <dsp:cNvPr id="0" name=""/>
        <dsp:cNvSpPr/>
      </dsp:nvSpPr>
      <dsp:spPr>
        <a:xfrm>
          <a:off x="0" y="3464040"/>
          <a:ext cx="6900512" cy="20097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5556" tIns="458216" rIns="535556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Training Samples: 80,000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Test Samples: 20,000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Features Used: 25 (optimized from 87)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Detection Speed: 270ms average</a:t>
          </a:r>
        </a:p>
      </dsp:txBody>
      <dsp:txXfrm>
        <a:off x="0" y="3464040"/>
        <a:ext cx="6900512" cy="2009700"/>
      </dsp:txXfrm>
    </dsp:sp>
    <dsp:sp modelId="{6E574C7A-58CA-BC43-B814-C02123F6C694}">
      <dsp:nvSpPr>
        <dsp:cNvPr id="0" name=""/>
        <dsp:cNvSpPr/>
      </dsp:nvSpPr>
      <dsp:spPr>
        <a:xfrm>
          <a:off x="345025" y="3139320"/>
          <a:ext cx="4830358" cy="6494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Training Configuration:</a:t>
          </a:r>
        </a:p>
      </dsp:txBody>
      <dsp:txXfrm>
        <a:off x="376728" y="3171023"/>
        <a:ext cx="4766952" cy="58603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C59A76-17BA-F744-A4FD-E6FBBF83AC4A}">
      <dsp:nvSpPr>
        <dsp:cNvPr id="0" name=""/>
        <dsp:cNvSpPr/>
      </dsp:nvSpPr>
      <dsp:spPr>
        <a:xfrm>
          <a:off x="0" y="370650"/>
          <a:ext cx="6900512" cy="1436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5556" tIns="395732" rIns="535556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Live network traffic monitoring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Bidirectional flow tracking with timeout management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TCP flag analysis and inter-arrival time calculation</a:t>
          </a:r>
        </a:p>
      </dsp:txBody>
      <dsp:txXfrm>
        <a:off x="0" y="370650"/>
        <a:ext cx="6900512" cy="1436400"/>
      </dsp:txXfrm>
    </dsp:sp>
    <dsp:sp modelId="{2F8511E1-8C67-E24E-BA3B-9C0B9560FB4D}">
      <dsp:nvSpPr>
        <dsp:cNvPr id="0" name=""/>
        <dsp:cNvSpPr/>
      </dsp:nvSpPr>
      <dsp:spPr>
        <a:xfrm>
          <a:off x="345025" y="90210"/>
          <a:ext cx="4830358" cy="56087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Scapy-based Packet Capture:</a:t>
          </a:r>
        </a:p>
      </dsp:txBody>
      <dsp:txXfrm>
        <a:off x="372405" y="117590"/>
        <a:ext cx="4775598" cy="506119"/>
      </dsp:txXfrm>
    </dsp:sp>
    <dsp:sp modelId="{D2954F43-9073-1C48-9045-BA52D049E1D1}">
      <dsp:nvSpPr>
        <dsp:cNvPr id="0" name=""/>
        <dsp:cNvSpPr/>
      </dsp:nvSpPr>
      <dsp:spPr>
        <a:xfrm>
          <a:off x="0" y="2190090"/>
          <a:ext cx="6900512" cy="1436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5556" tIns="395732" rIns="535556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Real-time calculation of 25 key features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Statistical analysis of packet patterns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Duration, byte rates, packet rates analysis</a:t>
          </a:r>
        </a:p>
      </dsp:txBody>
      <dsp:txXfrm>
        <a:off x="0" y="2190090"/>
        <a:ext cx="6900512" cy="1436400"/>
      </dsp:txXfrm>
    </dsp:sp>
    <dsp:sp modelId="{A9885DBB-0B87-6C40-96A6-D9A44F5A2305}">
      <dsp:nvSpPr>
        <dsp:cNvPr id="0" name=""/>
        <dsp:cNvSpPr/>
      </dsp:nvSpPr>
      <dsp:spPr>
        <a:xfrm>
          <a:off x="345025" y="1909650"/>
          <a:ext cx="4830358" cy="56087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Flow-based Feature Extraction:</a:t>
          </a:r>
        </a:p>
      </dsp:txBody>
      <dsp:txXfrm>
        <a:off x="372405" y="1937030"/>
        <a:ext cx="4775598" cy="506119"/>
      </dsp:txXfrm>
    </dsp:sp>
    <dsp:sp modelId="{84835751-7F21-6C49-AA34-62D1C2AC35FE}">
      <dsp:nvSpPr>
        <dsp:cNvPr id="0" name=""/>
        <dsp:cNvSpPr/>
      </dsp:nvSpPr>
      <dsp:spPr>
        <a:xfrm>
          <a:off x="0" y="4009530"/>
          <a:ext cx="6900512" cy="1436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5556" tIns="395732" rIns="535556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Confidence threshold filtering (85%)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Broadcast/multicast traffic filtering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Legitimate service traffic identification</a:t>
          </a:r>
        </a:p>
      </dsp:txBody>
      <dsp:txXfrm>
        <a:off x="0" y="4009530"/>
        <a:ext cx="6900512" cy="1436400"/>
      </dsp:txXfrm>
    </dsp:sp>
    <dsp:sp modelId="{5EC12B3B-CE0D-0A49-A339-0830ECA21555}">
      <dsp:nvSpPr>
        <dsp:cNvPr id="0" name=""/>
        <dsp:cNvSpPr/>
      </dsp:nvSpPr>
      <dsp:spPr>
        <a:xfrm>
          <a:off x="345025" y="3729090"/>
          <a:ext cx="4830358" cy="56087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Intelligent Filtering:</a:t>
          </a:r>
        </a:p>
      </dsp:txBody>
      <dsp:txXfrm>
        <a:off x="372405" y="3756470"/>
        <a:ext cx="4775598" cy="5061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F6F332-2A7E-754A-9579-3B0C1FA3453F}" type="datetimeFigureOut">
              <a:rPr lang="en-US" smtClean="0"/>
              <a:t>6/23/25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4DFBAB-E635-774D-8D23-E3E5C7343C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9571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4DFBAB-E635-774D-8D23-E3E5C7343C4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2805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297762" y="640080"/>
            <a:ext cx="6251110" cy="3566160"/>
          </a:xfrm>
        </p:spPr>
        <p:txBody>
          <a:bodyPr anchor="b">
            <a:normAutofit/>
          </a:bodyPr>
          <a:lstStyle/>
          <a:p>
            <a:pPr algn="l">
              <a:defRPr sz="3600" b="1">
                <a:solidFill>
                  <a:srgbClr val="003366"/>
                </a:solidFill>
              </a:defRPr>
            </a:pPr>
            <a:r>
              <a:rPr lang="en-US" sz="5400" dirty="0"/>
              <a:t>AI-Powered DDoS Attack Detection System for Small and Medium Enterprises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297760" y="4636008"/>
            <a:ext cx="6251111" cy="1572768"/>
          </a:xfrm>
        </p:spPr>
        <p:txBody>
          <a:bodyPr>
            <a:normAutofit/>
          </a:bodyPr>
          <a:lstStyle/>
          <a:p>
            <a:pPr algn="l">
              <a:defRPr sz="1800">
                <a:solidFill>
                  <a:srgbClr val="696969"/>
                </a:solidFill>
              </a:defRPr>
            </a:pPr>
            <a:r>
              <a:rPr lang="en-US" dirty="0"/>
              <a:t>Machine Learning Solution for Real-Time Network Security</a:t>
            </a:r>
          </a:p>
          <a:p>
            <a:pPr algn="l"/>
            <a:r>
              <a:rPr lang="en-US" dirty="0"/>
              <a:t>Using Ensemble Methods and Network Flow Analysis </a:t>
            </a:r>
          </a:p>
        </p:txBody>
      </p:sp>
      <p:pic>
        <p:nvPicPr>
          <p:cNvPr id="39" name="Picture 38" descr="Electronics protoboard">
            <a:extLst>
              <a:ext uri="{FF2B5EF4-FFF2-40B4-BE49-F238E27FC236}">
                <a16:creationId xmlns:a16="http://schemas.microsoft.com/office/drawing/2014/main" id="{39A4B849-D4CD-8822-3CF7-695774ACD1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332" r="44336" b="-1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45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2862" y="440926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rPr lang="en-US" sz="5400"/>
              <a:t>The DDoS Attack Problem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onnsiteX0" fmla="*/ 0 w 10424160"/>
              <a:gd name="connsiteY0" fmla="*/ 0 h 18288"/>
              <a:gd name="connsiteX1" fmla="*/ 903427 w 10424160"/>
              <a:gd name="connsiteY1" fmla="*/ 0 h 18288"/>
              <a:gd name="connsiteX2" fmla="*/ 1389888 w 10424160"/>
              <a:gd name="connsiteY2" fmla="*/ 0 h 18288"/>
              <a:gd name="connsiteX3" fmla="*/ 2189074 w 10424160"/>
              <a:gd name="connsiteY3" fmla="*/ 0 h 18288"/>
              <a:gd name="connsiteX4" fmla="*/ 2675534 w 10424160"/>
              <a:gd name="connsiteY4" fmla="*/ 0 h 18288"/>
              <a:gd name="connsiteX5" fmla="*/ 3370478 w 10424160"/>
              <a:gd name="connsiteY5" fmla="*/ 0 h 18288"/>
              <a:gd name="connsiteX6" fmla="*/ 4169664 w 10424160"/>
              <a:gd name="connsiteY6" fmla="*/ 0 h 18288"/>
              <a:gd name="connsiteX7" fmla="*/ 4551883 w 10424160"/>
              <a:gd name="connsiteY7" fmla="*/ 0 h 18288"/>
              <a:gd name="connsiteX8" fmla="*/ 4934102 w 10424160"/>
              <a:gd name="connsiteY8" fmla="*/ 0 h 18288"/>
              <a:gd name="connsiteX9" fmla="*/ 5837530 w 10424160"/>
              <a:gd name="connsiteY9" fmla="*/ 0 h 18288"/>
              <a:gd name="connsiteX10" fmla="*/ 6532474 w 10424160"/>
              <a:gd name="connsiteY10" fmla="*/ 0 h 18288"/>
              <a:gd name="connsiteX11" fmla="*/ 6914693 w 10424160"/>
              <a:gd name="connsiteY11" fmla="*/ 0 h 18288"/>
              <a:gd name="connsiteX12" fmla="*/ 7609637 w 10424160"/>
              <a:gd name="connsiteY12" fmla="*/ 0 h 18288"/>
              <a:gd name="connsiteX13" fmla="*/ 8513064 w 10424160"/>
              <a:gd name="connsiteY13" fmla="*/ 0 h 18288"/>
              <a:gd name="connsiteX14" fmla="*/ 9103766 w 10424160"/>
              <a:gd name="connsiteY14" fmla="*/ 0 h 18288"/>
              <a:gd name="connsiteX15" fmla="*/ 9694469 w 10424160"/>
              <a:gd name="connsiteY15" fmla="*/ 0 h 18288"/>
              <a:gd name="connsiteX16" fmla="*/ 10424160 w 10424160"/>
              <a:gd name="connsiteY16" fmla="*/ 0 h 18288"/>
              <a:gd name="connsiteX17" fmla="*/ 10424160 w 10424160"/>
              <a:gd name="connsiteY17" fmla="*/ 18288 h 18288"/>
              <a:gd name="connsiteX18" fmla="*/ 9729216 w 10424160"/>
              <a:gd name="connsiteY18" fmla="*/ 18288 h 18288"/>
              <a:gd name="connsiteX19" fmla="*/ 8930030 w 10424160"/>
              <a:gd name="connsiteY19" fmla="*/ 18288 h 18288"/>
              <a:gd name="connsiteX20" fmla="*/ 8130845 w 10424160"/>
              <a:gd name="connsiteY20" fmla="*/ 18288 h 18288"/>
              <a:gd name="connsiteX21" fmla="*/ 7644384 w 10424160"/>
              <a:gd name="connsiteY21" fmla="*/ 18288 h 18288"/>
              <a:gd name="connsiteX22" fmla="*/ 6740957 w 10424160"/>
              <a:gd name="connsiteY22" fmla="*/ 18288 h 18288"/>
              <a:gd name="connsiteX23" fmla="*/ 6046013 w 10424160"/>
              <a:gd name="connsiteY23" fmla="*/ 18288 h 18288"/>
              <a:gd name="connsiteX24" fmla="*/ 5663794 w 10424160"/>
              <a:gd name="connsiteY24" fmla="*/ 18288 h 18288"/>
              <a:gd name="connsiteX25" fmla="*/ 4968850 w 10424160"/>
              <a:gd name="connsiteY25" fmla="*/ 18288 h 18288"/>
              <a:gd name="connsiteX26" fmla="*/ 4378147 w 10424160"/>
              <a:gd name="connsiteY26" fmla="*/ 18288 h 18288"/>
              <a:gd name="connsiteX27" fmla="*/ 3787445 w 10424160"/>
              <a:gd name="connsiteY27" fmla="*/ 18288 h 18288"/>
              <a:gd name="connsiteX28" fmla="*/ 3196742 w 10424160"/>
              <a:gd name="connsiteY28" fmla="*/ 18288 h 18288"/>
              <a:gd name="connsiteX29" fmla="*/ 2606040 w 10424160"/>
              <a:gd name="connsiteY29" fmla="*/ 18288 h 18288"/>
              <a:gd name="connsiteX30" fmla="*/ 1806854 w 10424160"/>
              <a:gd name="connsiteY30" fmla="*/ 18288 h 18288"/>
              <a:gd name="connsiteX31" fmla="*/ 1111910 w 10424160"/>
              <a:gd name="connsiteY31" fmla="*/ 18288 h 18288"/>
              <a:gd name="connsiteX32" fmla="*/ 729691 w 10424160"/>
              <a:gd name="connsiteY32" fmla="*/ 18288 h 18288"/>
              <a:gd name="connsiteX33" fmla="*/ 0 w 10424160"/>
              <a:gd name="connsiteY33" fmla="*/ 18288 h 18288"/>
              <a:gd name="connsiteX34" fmla="*/ 0 w 10424160"/>
              <a:gd name="connsiteY3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E45A075-4793-D060-BAB9-BDD94A5BF9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02725379"/>
              </p:ext>
            </p:extLst>
          </p:nvPr>
        </p:nvGraphicFramePr>
        <p:xfrm>
          <a:off x="838200" y="2228087"/>
          <a:ext cx="105156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rPr lang="en-US" sz="5000"/>
              <a:t>Current Commercial Solutions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7188226-5784-92D2-74B2-F4FD12301AE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31188525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rPr lang="en-US" sz="5400" dirty="0"/>
              <a:t>Current Open-Source Solutions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C5E8886-C4F3-51C8-89C0-13B4D71C3A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36703886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rPr lang="en-US" sz="5400"/>
              <a:t>Solutions Analysis: Pros &amp; Cons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E70D31F-66F0-351A-13FA-47F8A97721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23506248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rPr lang="en-US" sz="5400" dirty="0"/>
              <a:t>My DDoS Detection Implementation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>
              <a:defRPr sz="1600">
                <a:solidFill>
                  <a:srgbClr val="000000"/>
                </a:solidFill>
              </a:defRPr>
            </a:pPr>
            <a:r>
              <a:rPr lang="en-US" sz="2200" dirty="0"/>
              <a:t>Ensemble Machine Learning Approach</a:t>
            </a:r>
          </a:p>
          <a:p>
            <a:pPr lvl="1">
              <a:defRPr sz="1600">
                <a:solidFill>
                  <a:srgbClr val="000000"/>
                </a:solidFill>
              </a:defRPr>
            </a:pPr>
            <a:r>
              <a:rPr lang="en-US" sz="2200" dirty="0"/>
              <a:t>Random Forest + </a:t>
            </a:r>
            <a:r>
              <a:rPr lang="en-US" sz="2200" dirty="0" err="1"/>
              <a:t>XGBoost</a:t>
            </a:r>
            <a:r>
              <a:rPr lang="en-US" sz="2200" dirty="0"/>
              <a:t> + </a:t>
            </a:r>
            <a:r>
              <a:rPr lang="en-US" sz="2200" dirty="0" err="1"/>
              <a:t>LightGBM</a:t>
            </a:r>
            <a:r>
              <a:rPr lang="en-US" sz="2200" dirty="0"/>
              <a:t> voting classifier</a:t>
            </a:r>
          </a:p>
          <a:p>
            <a:pPr lvl="1">
              <a:defRPr sz="1600">
                <a:solidFill>
                  <a:srgbClr val="000000"/>
                </a:solidFill>
              </a:defRPr>
            </a:pPr>
            <a:r>
              <a:rPr lang="en-US" sz="2200" dirty="0"/>
              <a:t>99.67% accuracy - competitive with enterprise solutions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rPr lang="en-US" sz="2200" dirty="0"/>
              <a:t>Advanced Data Processing</a:t>
            </a:r>
          </a:p>
          <a:p>
            <a:pPr lvl="1">
              <a:defRPr sz="1600">
                <a:solidFill>
                  <a:srgbClr val="000000"/>
                </a:solidFill>
              </a:defRPr>
            </a:pPr>
            <a:r>
              <a:rPr lang="en-US" sz="2200" dirty="0"/>
              <a:t>SMOTE for class balancing, </a:t>
            </a:r>
            <a:r>
              <a:rPr lang="en-US" sz="2200" dirty="0" err="1"/>
              <a:t>SelectKBest</a:t>
            </a:r>
            <a:r>
              <a:rPr lang="en-US" sz="2200" dirty="0"/>
              <a:t> feature selection</a:t>
            </a:r>
          </a:p>
          <a:p>
            <a:pPr lvl="1">
              <a:defRPr sz="1600">
                <a:solidFill>
                  <a:srgbClr val="000000"/>
                </a:solidFill>
              </a:defRPr>
            </a:pPr>
            <a:r>
              <a:rPr lang="en-US" sz="2200" dirty="0"/>
              <a:t>25 optimized features from 87 available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rPr lang="en-US" sz="2200" dirty="0"/>
              <a:t>Real-time Detection Capability</a:t>
            </a:r>
          </a:p>
          <a:p>
            <a:pPr lvl="1">
              <a:defRPr sz="1600">
                <a:solidFill>
                  <a:srgbClr val="000000"/>
                </a:solidFill>
              </a:defRPr>
            </a:pPr>
            <a:r>
              <a:rPr lang="en-US" sz="2200" dirty="0"/>
              <a:t>Scapy-based packet capture and flow analysis</a:t>
            </a:r>
          </a:p>
          <a:p>
            <a:pPr lvl="1">
              <a:defRPr sz="1600">
                <a:solidFill>
                  <a:srgbClr val="000000"/>
                </a:solidFill>
              </a:defRPr>
            </a:pPr>
            <a:r>
              <a:rPr lang="en-US" sz="2200" dirty="0"/>
              <a:t>270ms detection speed for operational deployment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rPr lang="en-US" sz="5400"/>
              <a:t>CIC-DDoS2019 Dataset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>
              <a:defRPr sz="1600">
                <a:solidFill>
                  <a:srgbClr val="000000"/>
                </a:solidFill>
              </a:defRPr>
            </a:pPr>
            <a:r>
              <a:rPr lang="en-US" sz="2200"/>
              <a:t>Comprehensive DDoS attack dataset from Canadian Institute for Cybersecurity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rPr lang="en-US" sz="2200"/>
              <a:t>Attack Types Covered:</a:t>
            </a:r>
          </a:p>
          <a:p>
            <a:pPr lvl="1">
              <a:defRPr sz="1600">
                <a:solidFill>
                  <a:srgbClr val="000000"/>
                </a:solidFill>
              </a:defRPr>
            </a:pPr>
            <a:r>
              <a:rPr lang="en-US" sz="2200"/>
              <a:t>DrDoS attacks: NTP, LDAP, MSSQL, NetBIOS, SNMP, UDP, DNS</a:t>
            </a:r>
          </a:p>
          <a:p>
            <a:pPr lvl="1">
              <a:defRPr sz="1600">
                <a:solidFill>
                  <a:srgbClr val="000000"/>
                </a:solidFill>
              </a:defRPr>
            </a:pPr>
            <a:r>
              <a:rPr lang="en-US" sz="2200"/>
              <a:t>Reflection and amplification attacks</a:t>
            </a:r>
          </a:p>
          <a:p>
            <a:pPr lvl="1">
              <a:defRPr sz="1600">
                <a:solidFill>
                  <a:srgbClr val="000000"/>
                </a:solidFill>
              </a:defRPr>
            </a:pPr>
            <a:r>
              <a:rPr lang="en-US" sz="2200"/>
              <a:t>Normal benign traffic patterns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rPr lang="en-US" sz="2200"/>
              <a:t>Dataset Characteristics:</a:t>
            </a:r>
          </a:p>
          <a:p>
            <a:pPr lvl="1">
              <a:defRPr sz="1600">
                <a:solidFill>
                  <a:srgbClr val="000000"/>
                </a:solidFill>
              </a:defRPr>
            </a:pPr>
            <a:r>
              <a:rPr lang="en-US" sz="2200"/>
              <a:t>87 network flow features extracted</a:t>
            </a:r>
          </a:p>
          <a:p>
            <a:pPr lvl="1">
              <a:defRPr sz="1600">
                <a:solidFill>
                  <a:srgbClr val="000000"/>
                </a:solidFill>
              </a:defRPr>
            </a:pPr>
            <a:r>
              <a:rPr lang="en-US" sz="2200"/>
              <a:t>Balanced representation of attack types</a:t>
            </a:r>
          </a:p>
          <a:p>
            <a:pPr lvl="1">
              <a:defRPr sz="1600">
                <a:solidFill>
                  <a:srgbClr val="000000"/>
                </a:solidFill>
              </a:defRPr>
            </a:pPr>
            <a:r>
              <a:rPr lang="en-US" sz="2200"/>
              <a:t>Real-world network traffic patterns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rPr lang="en-US" sz="5400"/>
              <a:t>Model Training Process</a:t>
            </a: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pPr>
              <a:defRPr sz="1600">
                <a:solidFill>
                  <a:srgbClr val="000000"/>
                </a:solidFill>
              </a:defRPr>
            </a:pPr>
            <a:r>
              <a:rPr lang="en-US" sz="2200"/>
              <a:t>Data Preprocessing:</a:t>
            </a:r>
          </a:p>
          <a:p>
            <a:pPr lvl="1">
              <a:defRPr sz="1600">
                <a:solidFill>
                  <a:srgbClr val="000000"/>
                </a:solidFill>
              </a:defRPr>
            </a:pPr>
            <a:r>
              <a:rPr lang="en-US" sz="2200"/>
              <a:t>Binary classification: BENIGN vs ATTACK</a:t>
            </a:r>
          </a:p>
          <a:p>
            <a:pPr lvl="1">
              <a:defRPr sz="1600">
                <a:solidFill>
                  <a:srgbClr val="000000"/>
                </a:solidFill>
              </a:defRPr>
            </a:pPr>
            <a:r>
              <a:rPr lang="en-US" sz="2200"/>
              <a:t>SMOTE oversampling + RandomUnderSampler</a:t>
            </a:r>
          </a:p>
          <a:p>
            <a:pPr lvl="1">
              <a:defRPr sz="1600">
                <a:solidFill>
                  <a:srgbClr val="000000"/>
                </a:solidFill>
              </a:defRPr>
            </a:pPr>
            <a:r>
              <a:rPr lang="en-US" sz="2200"/>
              <a:t>50,000 samples per class for balanced training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rPr lang="en-US" sz="2200"/>
              <a:t>Feature Engineering:</a:t>
            </a:r>
          </a:p>
          <a:p>
            <a:pPr lvl="1">
              <a:defRPr sz="1600">
                <a:solidFill>
                  <a:srgbClr val="000000"/>
                </a:solidFill>
              </a:defRPr>
            </a:pPr>
            <a:r>
              <a:rPr lang="en-US" sz="2200"/>
              <a:t>SelectKBest with f_classif scoring</a:t>
            </a:r>
          </a:p>
          <a:p>
            <a:pPr lvl="1">
              <a:defRPr sz="1600">
                <a:solidFill>
                  <a:srgbClr val="000000"/>
                </a:solidFill>
              </a:defRPr>
            </a:pPr>
            <a:r>
              <a:rPr lang="en-US" sz="2200"/>
              <a:t>StandardScaler normalization</a:t>
            </a:r>
          </a:p>
          <a:p>
            <a:pPr lvl="1">
              <a:defRPr sz="1600">
                <a:solidFill>
                  <a:srgbClr val="000000"/>
                </a:solidFill>
              </a:defRPr>
            </a:pPr>
            <a:r>
              <a:rPr lang="en-US" sz="2200"/>
              <a:t>25 most important features selected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rPr lang="en-US" sz="2200"/>
              <a:t>Model Training:</a:t>
            </a:r>
          </a:p>
          <a:p>
            <a:pPr lvl="1">
              <a:defRPr sz="1600">
                <a:solidFill>
                  <a:srgbClr val="000000"/>
                </a:solidFill>
              </a:defRPr>
            </a:pPr>
            <a:r>
              <a:rPr lang="en-US" sz="2200"/>
              <a:t>5-fold stratified cross-validation</a:t>
            </a:r>
          </a:p>
          <a:p>
            <a:pPr lvl="1">
              <a:defRPr sz="1600">
                <a:solidFill>
                  <a:srgbClr val="000000"/>
                </a:solidFill>
              </a:defRPr>
            </a:pPr>
            <a:r>
              <a:rPr lang="en-US" sz="2200"/>
              <a:t>Ensemble voting classifier (soft voting)</a:t>
            </a:r>
          </a:p>
          <a:p>
            <a:pPr lvl="1">
              <a:defRPr sz="1600">
                <a:solidFill>
                  <a:srgbClr val="000000"/>
                </a:solidFill>
              </a:defRPr>
            </a:pPr>
            <a:r>
              <a:rPr lang="en-US" sz="2200"/>
              <a:t>Hyperparameter optimization for each algorithm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rPr lang="en-US" sz="5000"/>
              <a:t>Exceptional Training Results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1914942-6B0E-0D0B-9547-B320309D09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66577751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1028700" y="1967266"/>
            <a:ext cx="2628900" cy="2547257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>
                <a:solidFill>
                  <a:srgbClr val="003366"/>
                </a:solidFill>
              </a:defRPr>
            </a:pPr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Performance Comparison Visualization</a:t>
            </a:r>
          </a:p>
        </p:txBody>
      </p:sp>
      <p:pic>
        <p:nvPicPr>
          <p:cNvPr id="3" name="Picture 2" descr="ddos_accurac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316" y="1164777"/>
            <a:ext cx="6780700" cy="452611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1028700" y="1967266"/>
            <a:ext cx="2628900" cy="2547257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>
                <a:solidFill>
                  <a:srgbClr val="003366"/>
                </a:solidFill>
              </a:defRPr>
            </a:pPr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Feature Importance Analysis</a:t>
            </a:r>
          </a:p>
        </p:txBody>
      </p:sp>
      <p:pic>
        <p:nvPicPr>
          <p:cNvPr id="3" name="Picture 2" descr="ddos_features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316" y="1164777"/>
            <a:ext cx="6780700" cy="452611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rPr lang="en-US" sz="5400"/>
              <a:t>Real-time Detection System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EB41CD3-07E3-E655-A0C6-50276D2DD7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32033634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  <a:defRPr sz="2400" b="1">
                <a:solidFill>
                  <a:srgbClr val="003366"/>
                </a:solidFill>
              </a:defRPr>
            </a:pPr>
            <a:r>
              <a:rPr lang="en-US" sz="4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Code: Ensemble Model Configuration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5126418" y="552091"/>
            <a:ext cx="6224335" cy="54315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solidFill>
                  <a:srgbClr val="000000"/>
                </a:solidFill>
                <a:latin typeface="Courier New"/>
              </a:defRPr>
            </a:pPr>
            <a:r>
              <a:rPr lang="en-US" sz="1200"/>
              <a:t># Ensemble Model Configuration</a:t>
            </a:r>
            <a:br>
              <a:rPr lang="en-US" sz="1200"/>
            </a:br>
            <a:r>
              <a:rPr lang="en-US" sz="1200"/>
              <a:t>from sklearn.ensemble import RandomForestClassifier, VotingClassifier</a:t>
            </a:r>
            <a:br>
              <a:rPr lang="en-US" sz="1200"/>
            </a:br>
            <a:r>
              <a:rPr lang="en-US" sz="1200"/>
              <a:t>from xgboost import XGBClassifier</a:t>
            </a:r>
            <a:br>
              <a:rPr lang="en-US" sz="1200"/>
            </a:br>
            <a:r>
              <a:rPr lang="en-US" sz="1200"/>
              <a:t>from lightgbm import LGBMClassifier</a:t>
            </a:r>
            <a:br>
              <a:rPr lang="en-US" sz="1200"/>
            </a:br>
            <a:br>
              <a:rPr lang="en-US" sz="1200"/>
            </a:br>
            <a:r>
              <a:rPr lang="en-US" sz="1200"/>
              <a:t># Configure individual models</a:t>
            </a:r>
            <a:br>
              <a:rPr lang="en-US" sz="1200"/>
            </a:br>
            <a:r>
              <a:rPr lang="en-US" sz="1200"/>
              <a:t>rf = RandomForestClassifier(</a:t>
            </a:r>
            <a:br>
              <a:rPr lang="en-US" sz="1200"/>
            </a:br>
            <a:r>
              <a:rPr lang="en-US" sz="1200"/>
              <a:t>    n_estimators=1000, max_depth=20, min_samples_split=10,</a:t>
            </a:r>
            <a:br>
              <a:rPr lang="en-US" sz="1200"/>
            </a:br>
            <a:r>
              <a:rPr lang="en-US" sz="1200"/>
              <a:t>    min_samples_leaf=4, class_weight='balanced', random_state=42</a:t>
            </a:r>
            <a:br>
              <a:rPr lang="en-US" sz="1200"/>
            </a:br>
            <a:r>
              <a:rPr lang="en-US" sz="1200"/>
              <a:t>)</a:t>
            </a:r>
            <a:br>
              <a:rPr lang="en-US" sz="1200"/>
            </a:br>
            <a:br>
              <a:rPr lang="en-US" sz="1200"/>
            </a:br>
            <a:r>
              <a:rPr lang="en-US" sz="1200"/>
              <a:t>xgb = XGBClassifier(</a:t>
            </a:r>
            <a:br>
              <a:rPr lang="en-US" sz="1200"/>
            </a:br>
            <a:r>
              <a:rPr lang="en-US" sz="1200"/>
              <a:t>    n_estimators=1000, max_depth=10, learning_rate=0.05,</a:t>
            </a:r>
            <a:br>
              <a:rPr lang="en-US" sz="1200"/>
            </a:br>
            <a:r>
              <a:rPr lang="en-US" sz="1200"/>
              <a:t>    subsample=0.9, colsample_bytree=0.9, random_state=42</a:t>
            </a:r>
            <a:br>
              <a:rPr lang="en-US" sz="1200"/>
            </a:br>
            <a:r>
              <a:rPr lang="en-US" sz="1200"/>
              <a:t>)</a:t>
            </a:r>
            <a:br>
              <a:rPr lang="en-US" sz="1200"/>
            </a:br>
            <a:br>
              <a:rPr lang="en-US" sz="1200"/>
            </a:br>
            <a:r>
              <a:rPr lang="en-US" sz="1200"/>
              <a:t>lgb = LGBMClassifier(</a:t>
            </a:r>
            <a:br>
              <a:rPr lang="en-US" sz="1200"/>
            </a:br>
            <a:r>
              <a:rPr lang="en-US" sz="1200"/>
              <a:t>    n_estimators=1000, max_depth=10, learning_rate=0.05,</a:t>
            </a:r>
            <a:br>
              <a:rPr lang="en-US" sz="1200"/>
            </a:br>
            <a:r>
              <a:rPr lang="en-US" sz="1200"/>
              <a:t>    subsample=0.9, colsample_bytree=0.9, class_weight='balanced'</a:t>
            </a:r>
            <a:br>
              <a:rPr lang="en-US" sz="1200"/>
            </a:br>
            <a:r>
              <a:rPr lang="en-US" sz="1200"/>
              <a:t>)</a:t>
            </a:r>
            <a:br>
              <a:rPr lang="en-US" sz="1200"/>
            </a:br>
            <a:br>
              <a:rPr lang="en-US" sz="1200"/>
            </a:br>
            <a:r>
              <a:rPr lang="en-US" sz="1200"/>
              <a:t># Create ensemble</a:t>
            </a:r>
            <a:br>
              <a:rPr lang="en-US" sz="1200"/>
            </a:br>
            <a:r>
              <a:rPr lang="en-US" sz="1200"/>
              <a:t>self.model = VotingClassifier(</a:t>
            </a:r>
            <a:br>
              <a:rPr lang="en-US" sz="1200"/>
            </a:br>
            <a:r>
              <a:rPr lang="en-US" sz="1200"/>
              <a:t>    estimators=[('RandomForest', rf), ('XGBoost', xgb), ('LightGBM', lgb)],</a:t>
            </a:r>
            <a:br>
              <a:rPr lang="en-US" sz="1200"/>
            </a:br>
            <a:r>
              <a:rPr lang="en-US" sz="1200"/>
              <a:t>    voting='soft'</a:t>
            </a:r>
            <a:br>
              <a:rPr lang="en-US" sz="1200"/>
            </a:br>
            <a:r>
              <a:rPr lang="en-US" sz="1200"/>
              <a:t>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  <a:defRPr sz="2400" b="1">
                <a:solidFill>
                  <a:srgbClr val="003366"/>
                </a:solidFill>
              </a:defRPr>
            </a:pPr>
            <a: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Code: </a:t>
            </a:r>
            <a:b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Real-time Detection Logic</a:t>
            </a:r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5126418" y="552091"/>
            <a:ext cx="6224335" cy="54315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solidFill>
                  <a:srgbClr val="000000"/>
                </a:solidFill>
                <a:latin typeface="Courier New"/>
              </a:defRPr>
            </a:pPr>
            <a:r>
              <a:rPr lang="en-US" sz="1000"/>
              <a:t># Real-time DDoS Detection with Scapy</a:t>
            </a:r>
            <a:br>
              <a:rPr lang="en-US" sz="1000"/>
            </a:br>
            <a:r>
              <a:rPr lang="en-US" sz="1000"/>
              <a:t>from scapy.all import sniff, IP, TCP, UDP</a:t>
            </a:r>
            <a:br>
              <a:rPr lang="en-US" sz="1000"/>
            </a:br>
            <a:r>
              <a:rPr lang="en-US" sz="1000"/>
              <a:t>from collections import defaultdict</a:t>
            </a:r>
            <a:br>
              <a:rPr lang="en-US" sz="1000"/>
            </a:br>
            <a:r>
              <a:rPr lang="en-US" sz="1000"/>
              <a:t>import joblib</a:t>
            </a:r>
            <a:br>
              <a:rPr lang="en-US" sz="1000"/>
            </a:br>
            <a:br>
              <a:rPr lang="en-US" sz="1000"/>
            </a:br>
            <a:r>
              <a:rPr lang="en-US" sz="1000"/>
              <a:t>class DDoSDetector:</a:t>
            </a:r>
            <a:br>
              <a:rPr lang="en-US" sz="1000"/>
            </a:br>
            <a:r>
              <a:rPr lang="en-US" sz="1000"/>
              <a:t>    def __init__(self, model_path, confidence_threshold=0.85):</a:t>
            </a:r>
            <a:br>
              <a:rPr lang="en-US" sz="1000"/>
            </a:br>
            <a:r>
              <a:rPr lang="en-US" sz="1000"/>
              <a:t>        self.flows = defaultdict(dict)</a:t>
            </a:r>
            <a:br>
              <a:rPr lang="en-US" sz="1000"/>
            </a:br>
            <a:r>
              <a:rPr lang="en-US" sz="1000"/>
              <a:t>        self.model_data = joblib.load(model_path)</a:t>
            </a:r>
            <a:br>
              <a:rPr lang="en-US" sz="1000"/>
            </a:br>
            <a:r>
              <a:rPr lang="en-US" sz="1000"/>
              <a:t>        self.confidence_threshold = confidence_threshold</a:t>
            </a:r>
            <a:br>
              <a:rPr lang="en-US" sz="1000"/>
            </a:br>
            <a:br>
              <a:rPr lang="en-US" sz="1000"/>
            </a:br>
            <a:r>
              <a:rPr lang="en-US" sz="1000"/>
              <a:t>    def analyze_packet(self, pkt):</a:t>
            </a:r>
            <a:br>
              <a:rPr lang="en-US" sz="1000"/>
            </a:br>
            <a:r>
              <a:rPr lang="en-US" sz="1000"/>
              <a:t>        flow_key = self.get_flow_key(pkt)</a:t>
            </a:r>
            <a:br>
              <a:rPr lang="en-US" sz="1000"/>
            </a:br>
            <a:r>
              <a:rPr lang="en-US" sz="1000"/>
              <a:t>        current_time = time.time()</a:t>
            </a:r>
            <a:br>
              <a:rPr lang="en-US" sz="1000"/>
            </a:br>
            <a:br>
              <a:rPr lang="en-US" sz="1000"/>
            </a:br>
            <a:r>
              <a:rPr lang="en-US" sz="1000"/>
              <a:t>        # Update flow statistics</a:t>
            </a:r>
            <a:br>
              <a:rPr lang="en-US" sz="1000"/>
            </a:br>
            <a:r>
              <a:rPr lang="en-US" sz="1000"/>
              <a:t>        flow = self.flows[flow_key]</a:t>
            </a:r>
            <a:br>
              <a:rPr lang="en-US" sz="1000"/>
            </a:br>
            <a:r>
              <a:rPr lang="en-US" sz="1000"/>
              <a:t>        self.update_flow_stats(flow, pkt, current_time)</a:t>
            </a:r>
            <a:br>
              <a:rPr lang="en-US" sz="1000"/>
            </a:br>
            <a:br>
              <a:rPr lang="en-US" sz="1000"/>
            </a:br>
            <a:r>
              <a:rPr lang="en-US" sz="1000"/>
              <a:t>        # Predict DDoS if sufficient packets</a:t>
            </a:r>
            <a:br>
              <a:rPr lang="en-US" sz="1000"/>
            </a:br>
            <a:r>
              <a:rPr lang="en-US" sz="1000"/>
              <a:t>        if flow['packet_count'] &gt;= 3:</a:t>
            </a:r>
            <a:br>
              <a:rPr lang="en-US" sz="1000"/>
            </a:br>
            <a:r>
              <a:rPr lang="en-US" sz="1000"/>
              <a:t>            self.predict_ddos(flow_key, flow)</a:t>
            </a:r>
            <a:br>
              <a:rPr lang="en-US" sz="1000"/>
            </a:br>
            <a:br>
              <a:rPr lang="en-US" sz="1000"/>
            </a:br>
            <a:r>
              <a:rPr lang="en-US" sz="1000"/>
              <a:t>    def predict_ddos(self, flow_key, flow_data):</a:t>
            </a:r>
            <a:br>
              <a:rPr lang="en-US" sz="1000"/>
            </a:br>
            <a:r>
              <a:rPr lang="en-US" sz="1000"/>
              <a:t>        features = self.extract_flow_features(flow_data)</a:t>
            </a:r>
            <a:br>
              <a:rPr lang="en-US" sz="1000"/>
            </a:br>
            <a:r>
              <a:rPr lang="en-US" sz="1000"/>
              <a:t>        prediction = self.model_data['model'].predict([features])[0]</a:t>
            </a:r>
            <a:br>
              <a:rPr lang="en-US" sz="1000"/>
            </a:br>
            <a:r>
              <a:rPr lang="en-US" sz="1000"/>
              <a:t>        confidence = max(self.model_data['model'].predict_proba([features])[0])</a:t>
            </a:r>
            <a:br>
              <a:rPr lang="en-US" sz="1000"/>
            </a:br>
            <a:br>
              <a:rPr lang="en-US" sz="1000"/>
            </a:br>
            <a:r>
              <a:rPr lang="en-US" sz="1000"/>
              <a:t>        if prediction != 'BENIGN' and confidence &gt; self.confidence_threshold:</a:t>
            </a:r>
            <a:br>
              <a:rPr lang="en-US" sz="1000"/>
            </a:br>
            <a:r>
              <a:rPr lang="en-US" sz="1000"/>
              <a:t>            self.generate_alert(flow_key, prediction, confidence)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  <a:defRPr sz="2400" b="1">
                <a:solidFill>
                  <a:srgbClr val="003366"/>
                </a:solidFill>
              </a:defRPr>
            </a:pPr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Code: Feature Engineering Process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5126418" y="552091"/>
            <a:ext cx="6224335" cy="54315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solidFill>
                  <a:srgbClr val="000000"/>
                </a:solidFill>
                <a:latin typeface="Courier New"/>
              </a:defRPr>
            </a:pPr>
            <a:r>
              <a:rPr lang="en-US" sz="1200"/>
              <a:t># Feature Engineering Process</a:t>
            </a:r>
            <a:br>
              <a:rPr lang="en-US" sz="1200"/>
            </a:br>
            <a:r>
              <a:rPr lang="en-US" sz="1200"/>
              <a:t>from sklearn.feature_selection import SelectKBest, f_classif</a:t>
            </a:r>
            <a:br>
              <a:rPr lang="en-US" sz="1200"/>
            </a:br>
            <a:r>
              <a:rPr lang="en-US" sz="1200"/>
              <a:t>from sklearn.preprocessing import StandardScaler</a:t>
            </a:r>
            <a:br>
              <a:rPr lang="en-US" sz="1200"/>
            </a:br>
            <a:r>
              <a:rPr lang="en-US" sz="1200"/>
              <a:t>from imblearn.over_sampling import SMOTE</a:t>
            </a:r>
            <a:br>
              <a:rPr lang="en-US" sz="1200"/>
            </a:br>
            <a:r>
              <a:rPr lang="en-US" sz="1200"/>
              <a:t>from imblearn.under_sampling import RandomUnderSampler</a:t>
            </a:r>
            <a:br>
              <a:rPr lang="en-US" sz="1200"/>
            </a:br>
            <a:br>
              <a:rPr lang="en-US" sz="1200"/>
            </a:br>
            <a:r>
              <a:rPr lang="en-US" sz="1200"/>
              <a:t>def preprocess_data(self, X, y):</a:t>
            </a:r>
            <a:br>
              <a:rPr lang="en-US" sz="1200"/>
            </a:br>
            <a:r>
              <a:rPr lang="en-US" sz="1200"/>
              <a:t>    # Balance dataset</a:t>
            </a:r>
            <a:br>
              <a:rPr lang="en-US" sz="1200"/>
            </a:br>
            <a:r>
              <a:rPr lang="en-US" sz="1200"/>
              <a:t>    target_samples = min(50000, min(pd.Series(y).value_counts()))</a:t>
            </a:r>
            <a:br>
              <a:rPr lang="en-US" sz="1200"/>
            </a:br>
            <a:r>
              <a:rPr lang="en-US" sz="1200"/>
              <a:t>    undersampler = RandomUnderSampler(</a:t>
            </a:r>
            <a:br>
              <a:rPr lang="en-US" sz="1200"/>
            </a:br>
            <a:r>
              <a:rPr lang="en-US" sz="1200"/>
              <a:t>        sampling_strategy={'BENIGN': target_samples, 'ATTACK': target_samples},</a:t>
            </a:r>
            <a:br>
              <a:rPr lang="en-US" sz="1200"/>
            </a:br>
            <a:r>
              <a:rPr lang="en-US" sz="1200"/>
              <a:t>        random_state=42</a:t>
            </a:r>
            <a:br>
              <a:rPr lang="en-US" sz="1200"/>
            </a:br>
            <a:r>
              <a:rPr lang="en-US" sz="1200"/>
              <a:t>    )</a:t>
            </a:r>
            <a:br>
              <a:rPr lang="en-US" sz="1200"/>
            </a:br>
            <a:r>
              <a:rPr lang="en-US" sz="1200"/>
              <a:t>    X_balanced, y_balanced = undersampler.fit_resample(X, y)</a:t>
            </a:r>
            <a:br>
              <a:rPr lang="en-US" sz="1200"/>
            </a:br>
            <a:br>
              <a:rPr lang="en-US" sz="1200"/>
            </a:br>
            <a:r>
              <a:rPr lang="en-US" sz="1200"/>
              <a:t>    # Feature selection</a:t>
            </a:r>
            <a:br>
              <a:rPr lang="en-US" sz="1200"/>
            </a:br>
            <a:r>
              <a:rPr lang="en-US" sz="1200"/>
              <a:t>    self.feature_selector = SelectKBest(score_func=f_classif, k=25)</a:t>
            </a:r>
            <a:br>
              <a:rPr lang="en-US" sz="1200"/>
            </a:br>
            <a:r>
              <a:rPr lang="en-US" sz="1200"/>
              <a:t>    X_selected = self.feature_selector.fit_transform(X_balanced, y_balanced)</a:t>
            </a:r>
            <a:br>
              <a:rPr lang="en-US" sz="1200"/>
            </a:br>
            <a:br>
              <a:rPr lang="en-US" sz="1200"/>
            </a:br>
            <a:r>
              <a:rPr lang="en-US" sz="1200"/>
              <a:t>    # Feature scaling</a:t>
            </a:r>
            <a:br>
              <a:rPr lang="en-US" sz="1200"/>
            </a:br>
            <a:r>
              <a:rPr lang="en-US" sz="1200"/>
              <a:t>    self.scaler = StandardScaler()</a:t>
            </a:r>
            <a:br>
              <a:rPr lang="en-US" sz="1200"/>
            </a:br>
            <a:r>
              <a:rPr lang="en-US" sz="1200"/>
              <a:t>    X_scaled = self.scaler.fit_transform(X_selected)</a:t>
            </a:r>
            <a:br>
              <a:rPr lang="en-US" sz="1200"/>
            </a:br>
            <a:br>
              <a:rPr lang="en-US" sz="1200"/>
            </a:br>
            <a:r>
              <a:rPr lang="en-US" sz="1200"/>
              <a:t>    return X_scaled, y_balanced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rPr lang="en-US" sz="5400"/>
              <a:t>Addressing Real Market Needs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pPr>
              <a:defRPr sz="1600">
                <a:solidFill>
                  <a:srgbClr val="000000"/>
                </a:solidFill>
              </a:defRPr>
            </a:pPr>
            <a:r>
              <a:rPr lang="en-US" sz="2000"/>
              <a:t>SMB Market Gap:</a:t>
            </a:r>
          </a:p>
          <a:p>
            <a:pPr lvl="1">
              <a:defRPr sz="1600">
                <a:solidFill>
                  <a:srgbClr val="000000"/>
                </a:solidFill>
              </a:defRPr>
            </a:pPr>
            <a:r>
              <a:rPr lang="en-US" sz="2000"/>
              <a:t>47% of small businesses lack cybersecurity budgets</a:t>
            </a:r>
          </a:p>
          <a:p>
            <a:pPr lvl="1">
              <a:defRPr sz="1600">
                <a:solidFill>
                  <a:srgbClr val="000000"/>
                </a:solidFill>
              </a:defRPr>
            </a:pPr>
            <a:r>
              <a:rPr lang="en-US" sz="2000"/>
              <a:t>51% have no cybersecurity measures in place</a:t>
            </a:r>
          </a:p>
          <a:p>
            <a:pPr lvl="1">
              <a:defRPr sz="1600">
                <a:solidFill>
                  <a:srgbClr val="000000"/>
                </a:solidFill>
              </a:defRPr>
            </a:pPr>
            <a:r>
              <a:rPr lang="en-US" sz="2000"/>
              <a:t>Enterprise solutions cost $10K-500K+ annually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rPr lang="en-US" sz="2000"/>
              <a:t>Technical Advantages:</a:t>
            </a:r>
          </a:p>
          <a:p>
            <a:pPr lvl="1">
              <a:defRPr sz="1600">
                <a:solidFill>
                  <a:srgbClr val="000000"/>
                </a:solidFill>
              </a:defRPr>
            </a:pPr>
            <a:r>
              <a:rPr lang="en-US" sz="2000"/>
              <a:t>Enterprise-grade accuracy (99.67%) at zero cost</a:t>
            </a:r>
          </a:p>
          <a:p>
            <a:pPr lvl="1">
              <a:defRPr sz="1600">
                <a:solidFill>
                  <a:srgbClr val="000000"/>
                </a:solidFill>
              </a:defRPr>
            </a:pPr>
            <a:r>
              <a:rPr lang="en-US" sz="2000"/>
              <a:t>Complete transparency vs. commercial 'black boxes'</a:t>
            </a:r>
          </a:p>
          <a:p>
            <a:pPr lvl="1">
              <a:defRPr sz="1600">
                <a:solidFill>
                  <a:srgbClr val="000000"/>
                </a:solidFill>
              </a:defRPr>
            </a:pPr>
            <a:r>
              <a:rPr lang="en-US" sz="2000"/>
              <a:t>Customizable for specific environments</a:t>
            </a:r>
          </a:p>
          <a:p>
            <a:pPr lvl="1">
              <a:defRPr sz="1600">
                <a:solidFill>
                  <a:srgbClr val="000000"/>
                </a:solidFill>
              </a:defRPr>
            </a:pPr>
            <a:r>
              <a:rPr lang="en-US" sz="2000"/>
              <a:t>Educational value for cybersecurity learning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rPr lang="en-US" sz="2000"/>
              <a:t>Practical Deployment:</a:t>
            </a:r>
          </a:p>
          <a:p>
            <a:pPr lvl="1">
              <a:defRPr sz="1600">
                <a:solidFill>
                  <a:srgbClr val="000000"/>
                </a:solidFill>
              </a:defRPr>
            </a:pPr>
            <a:r>
              <a:rPr lang="en-US" sz="2000"/>
              <a:t>Ready for production use in SMB environments</a:t>
            </a:r>
          </a:p>
          <a:p>
            <a:pPr lvl="1">
              <a:defRPr sz="1600">
                <a:solidFill>
                  <a:srgbClr val="000000"/>
                </a:solidFill>
              </a:defRPr>
            </a:pPr>
            <a:r>
              <a:rPr lang="en-US" sz="2000"/>
              <a:t>Minimal hardware requirements</a:t>
            </a:r>
          </a:p>
          <a:p>
            <a:pPr lvl="1">
              <a:defRPr sz="1600">
                <a:solidFill>
                  <a:srgbClr val="000000"/>
                </a:solidFill>
              </a:defRPr>
            </a:pPr>
            <a:r>
              <a:rPr lang="en-US" sz="2000"/>
              <a:t>Easy integration with existing networks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rPr lang="en-US" sz="5400" dirty="0"/>
              <a:t>Competitive Performance Analysis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ontent Placeholder 2"/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defRPr sz="1600">
                <a:solidFill>
                  <a:srgbClr val="000000"/>
                </a:solidFill>
              </a:defRPr>
            </a:pPr>
            <a:r>
              <a:rPr sz="2200"/>
              <a:t>Accuracy Comparison:</a:t>
            </a:r>
          </a:p>
          <a:p>
            <a:pPr lvl="1">
              <a:lnSpc>
                <a:spcPct val="90000"/>
              </a:lnSpc>
              <a:defRPr sz="1600">
                <a:solidFill>
                  <a:srgbClr val="000000"/>
                </a:solidFill>
              </a:defRPr>
            </a:pPr>
            <a:r>
              <a:rPr sz="2200"/>
              <a:t>Your Implementation: 99.67% (Open Source, $0</a:t>
            </a:r>
            <a:r>
              <a:rPr lang="en-US" sz="2200"/>
              <a:t> + Hardware costs for server, maintenance etc. up to 1000-2000$</a:t>
            </a:r>
            <a:r>
              <a:rPr sz="2200"/>
              <a:t>)</a:t>
            </a:r>
          </a:p>
          <a:p>
            <a:pPr lvl="1">
              <a:lnSpc>
                <a:spcPct val="90000"/>
              </a:lnSpc>
              <a:defRPr sz="1600">
                <a:solidFill>
                  <a:srgbClr val="000000"/>
                </a:solidFill>
              </a:defRPr>
            </a:pPr>
            <a:r>
              <a:rPr sz="2200"/>
              <a:t>NETSCOUT AED: 99.85% (Commercial, $100K-500K+)</a:t>
            </a:r>
          </a:p>
          <a:p>
            <a:pPr lvl="1">
              <a:lnSpc>
                <a:spcPct val="90000"/>
              </a:lnSpc>
              <a:defRPr sz="1600">
                <a:solidFill>
                  <a:srgbClr val="000000"/>
                </a:solidFill>
              </a:defRPr>
            </a:pPr>
            <a:r>
              <a:rPr sz="2200"/>
              <a:t>Cloudflare: 99.75% (Commercial, $10K-100K+)</a:t>
            </a:r>
          </a:p>
          <a:p>
            <a:pPr lvl="1">
              <a:lnSpc>
                <a:spcPct val="90000"/>
              </a:lnSpc>
              <a:defRPr sz="1600">
                <a:solidFill>
                  <a:srgbClr val="000000"/>
                </a:solidFill>
              </a:defRPr>
            </a:pPr>
            <a:r>
              <a:rPr sz="2200"/>
              <a:t>Radware DefensePro: 99.80% (Commercial, $50K-300K+)</a:t>
            </a:r>
          </a:p>
          <a:p>
            <a:pPr>
              <a:lnSpc>
                <a:spcPct val="90000"/>
              </a:lnSpc>
              <a:defRPr sz="1600">
                <a:solidFill>
                  <a:srgbClr val="000000"/>
                </a:solidFill>
              </a:defRPr>
            </a:pPr>
            <a:r>
              <a:rPr lang="en-US" sz="2200"/>
              <a:t>Open-Source</a:t>
            </a:r>
            <a:r>
              <a:rPr sz="2200"/>
              <a:t> Alternatives:</a:t>
            </a:r>
          </a:p>
          <a:p>
            <a:pPr lvl="1">
              <a:lnSpc>
                <a:spcPct val="90000"/>
              </a:lnSpc>
              <a:defRPr sz="1600">
                <a:solidFill>
                  <a:srgbClr val="000000"/>
                </a:solidFill>
              </a:defRPr>
            </a:pPr>
            <a:r>
              <a:rPr sz="2200"/>
              <a:t>FastNetMon: 95.2% (+4.47% improvement)</a:t>
            </a:r>
          </a:p>
          <a:p>
            <a:pPr lvl="1">
              <a:lnSpc>
                <a:spcPct val="90000"/>
              </a:lnSpc>
              <a:defRPr sz="1600">
                <a:solidFill>
                  <a:srgbClr val="000000"/>
                </a:solidFill>
              </a:defRPr>
            </a:pPr>
            <a:r>
              <a:rPr sz="2200"/>
              <a:t>Suricata+ML: 96.5% (+3.17% improvement)</a:t>
            </a:r>
          </a:p>
          <a:p>
            <a:pPr lvl="1">
              <a:lnSpc>
                <a:spcPct val="90000"/>
              </a:lnSpc>
              <a:defRPr sz="1600">
                <a:solidFill>
                  <a:srgbClr val="000000"/>
                </a:solidFill>
              </a:defRPr>
            </a:pPr>
            <a:r>
              <a:rPr sz="2200"/>
              <a:t>Learn2ban: 90.0% (+9.67% improvement)</a:t>
            </a:r>
          </a:p>
          <a:p>
            <a:pPr>
              <a:lnSpc>
                <a:spcPct val="90000"/>
              </a:lnSpc>
              <a:defRPr sz="1600">
                <a:solidFill>
                  <a:srgbClr val="000000"/>
                </a:solidFill>
              </a:defRPr>
            </a:pPr>
            <a:r>
              <a:rPr sz="2200"/>
              <a:t>Cost-Effectiveness: Enterprise performance without enterprise costs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rPr lang="en-US" sz="5400"/>
              <a:t>Future Enhancement Roadmap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defRPr sz="1600">
                <a:solidFill>
                  <a:srgbClr val="000000"/>
                </a:solidFill>
              </a:defRPr>
            </a:pPr>
            <a:r>
              <a:rPr lang="en-US" sz="2000"/>
              <a:t>Phase 1: Infrastructure Scaling (0-6 months)</a:t>
            </a:r>
          </a:p>
          <a:p>
            <a:pPr lvl="1">
              <a:lnSpc>
                <a:spcPct val="90000"/>
              </a:lnSpc>
              <a:defRPr sz="1600">
                <a:solidFill>
                  <a:srgbClr val="000000"/>
                </a:solidFill>
              </a:defRPr>
            </a:pPr>
            <a:r>
              <a:rPr lang="en-US" sz="2000"/>
              <a:t>Distributed architecture for enterprise deployment</a:t>
            </a:r>
          </a:p>
          <a:p>
            <a:pPr lvl="1">
              <a:lnSpc>
                <a:spcPct val="90000"/>
              </a:lnSpc>
              <a:defRPr sz="1600">
                <a:solidFill>
                  <a:srgbClr val="000000"/>
                </a:solidFill>
              </a:defRPr>
            </a:pPr>
            <a:r>
              <a:rPr lang="en-US" sz="2000"/>
              <a:t>Apache Kafka integration for high-volume streams</a:t>
            </a:r>
          </a:p>
          <a:p>
            <a:pPr lvl="1">
              <a:lnSpc>
                <a:spcPct val="90000"/>
              </a:lnSpc>
              <a:defRPr sz="1600">
                <a:solidFill>
                  <a:srgbClr val="000000"/>
                </a:solidFill>
              </a:defRPr>
            </a:pPr>
            <a:r>
              <a:rPr lang="en-US" sz="2000"/>
              <a:t>Docker containerization for easy deployment</a:t>
            </a:r>
          </a:p>
          <a:p>
            <a:pPr>
              <a:lnSpc>
                <a:spcPct val="90000"/>
              </a:lnSpc>
              <a:defRPr sz="1600">
                <a:solidFill>
                  <a:srgbClr val="000000"/>
                </a:solidFill>
              </a:defRPr>
            </a:pPr>
            <a:r>
              <a:rPr lang="en-US" sz="2000"/>
              <a:t>Phase 2: Advanced Analytics (6-12 months)</a:t>
            </a:r>
          </a:p>
          <a:p>
            <a:pPr lvl="1">
              <a:lnSpc>
                <a:spcPct val="90000"/>
              </a:lnSpc>
              <a:defRPr sz="1600">
                <a:solidFill>
                  <a:srgbClr val="000000"/>
                </a:solidFill>
              </a:defRPr>
            </a:pPr>
            <a:r>
              <a:rPr lang="en-US" sz="2000"/>
              <a:t>Deep learning integration (CNN-LSTM models)</a:t>
            </a:r>
          </a:p>
          <a:p>
            <a:pPr lvl="1">
              <a:lnSpc>
                <a:spcPct val="90000"/>
              </a:lnSpc>
              <a:defRPr sz="1600">
                <a:solidFill>
                  <a:srgbClr val="000000"/>
                </a:solidFill>
              </a:defRPr>
            </a:pPr>
            <a:r>
              <a:rPr lang="en-US" sz="2000"/>
              <a:t>Behavioral analytics and UEBA capabilities</a:t>
            </a:r>
          </a:p>
          <a:p>
            <a:pPr lvl="1">
              <a:lnSpc>
                <a:spcPct val="90000"/>
              </a:lnSpc>
              <a:defRPr sz="1600">
                <a:solidFill>
                  <a:srgbClr val="000000"/>
                </a:solidFill>
              </a:defRPr>
            </a:pPr>
            <a:r>
              <a:rPr lang="en-US" sz="2000"/>
              <a:t>Graph-based analysis for lateral movement detection</a:t>
            </a:r>
          </a:p>
          <a:p>
            <a:pPr>
              <a:lnSpc>
                <a:spcPct val="90000"/>
              </a:lnSpc>
              <a:defRPr sz="1600">
                <a:solidFill>
                  <a:srgbClr val="000000"/>
                </a:solidFill>
              </a:defRPr>
            </a:pPr>
            <a:r>
              <a:rPr lang="en-US" sz="2000"/>
              <a:t>Phase 3: Intelligence Integration (12-18 months)</a:t>
            </a:r>
          </a:p>
          <a:p>
            <a:pPr lvl="1">
              <a:lnSpc>
                <a:spcPct val="90000"/>
              </a:lnSpc>
              <a:defRPr sz="1600">
                <a:solidFill>
                  <a:srgbClr val="000000"/>
                </a:solidFill>
              </a:defRPr>
            </a:pPr>
            <a:r>
              <a:rPr lang="en-US" sz="2000"/>
              <a:t>Threat intelligence feed integration</a:t>
            </a:r>
          </a:p>
          <a:p>
            <a:pPr lvl="1">
              <a:lnSpc>
                <a:spcPct val="90000"/>
              </a:lnSpc>
              <a:defRPr sz="1600">
                <a:solidFill>
                  <a:srgbClr val="000000"/>
                </a:solidFill>
              </a:defRPr>
            </a:pPr>
            <a:r>
              <a:rPr lang="en-US" sz="2000"/>
              <a:t>Collaborative filtering and community sharing</a:t>
            </a:r>
          </a:p>
          <a:p>
            <a:pPr lvl="1">
              <a:lnSpc>
                <a:spcPct val="90000"/>
              </a:lnSpc>
              <a:defRPr sz="1600">
                <a:solidFill>
                  <a:srgbClr val="000000"/>
                </a:solidFill>
              </a:defRPr>
            </a:pPr>
            <a:r>
              <a:rPr lang="en-US" sz="2000"/>
              <a:t>Cloud deployment options and SaaS model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rPr lang="en-US" sz="5400"/>
              <a:t>Key Implementation Benefits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defRPr sz="1600">
                <a:solidFill>
                  <a:srgbClr val="000000"/>
                </a:solidFill>
              </a:defRPr>
            </a:pPr>
            <a:r>
              <a:rPr lang="en-US" sz="2000"/>
              <a:t>Superior Performance:</a:t>
            </a:r>
          </a:p>
          <a:p>
            <a:pPr lvl="1">
              <a:lnSpc>
                <a:spcPct val="90000"/>
              </a:lnSpc>
              <a:defRPr sz="1600">
                <a:solidFill>
                  <a:srgbClr val="000000"/>
                </a:solidFill>
              </a:defRPr>
            </a:pPr>
            <a:r>
              <a:rPr lang="en-US" sz="2000"/>
              <a:t>99.67% accuracy rivals enterprise solutions</a:t>
            </a:r>
          </a:p>
          <a:p>
            <a:pPr lvl="1">
              <a:lnSpc>
                <a:spcPct val="90000"/>
              </a:lnSpc>
              <a:defRPr sz="1600">
                <a:solidFill>
                  <a:srgbClr val="000000"/>
                </a:solidFill>
              </a:defRPr>
            </a:pPr>
            <a:r>
              <a:rPr lang="en-US" sz="2000"/>
              <a:t>0.32% false positive rate minimizes disruption</a:t>
            </a:r>
          </a:p>
          <a:p>
            <a:pPr lvl="1">
              <a:lnSpc>
                <a:spcPct val="90000"/>
              </a:lnSpc>
              <a:defRPr sz="1600">
                <a:solidFill>
                  <a:srgbClr val="000000"/>
                </a:solidFill>
              </a:defRPr>
            </a:pPr>
            <a:r>
              <a:rPr lang="en-US" sz="2000"/>
              <a:t>270ms detection speed enables real-time response</a:t>
            </a:r>
          </a:p>
          <a:p>
            <a:pPr>
              <a:lnSpc>
                <a:spcPct val="90000"/>
              </a:lnSpc>
              <a:defRPr sz="1600">
                <a:solidFill>
                  <a:srgbClr val="000000"/>
                </a:solidFill>
              </a:defRPr>
            </a:pPr>
            <a:r>
              <a:rPr lang="en-US" sz="2000"/>
              <a:t>Cost Advantages:</a:t>
            </a:r>
          </a:p>
          <a:p>
            <a:pPr lvl="1">
              <a:lnSpc>
                <a:spcPct val="90000"/>
              </a:lnSpc>
              <a:defRPr sz="1600">
                <a:solidFill>
                  <a:srgbClr val="000000"/>
                </a:solidFill>
              </a:defRPr>
            </a:pPr>
            <a:r>
              <a:rPr lang="en-US" sz="2000"/>
              <a:t>Zero licensing costs vs. $10K-500K+ alternatives</a:t>
            </a:r>
          </a:p>
          <a:p>
            <a:pPr lvl="1">
              <a:lnSpc>
                <a:spcPct val="90000"/>
              </a:lnSpc>
              <a:defRPr sz="1600">
                <a:solidFill>
                  <a:srgbClr val="000000"/>
                </a:solidFill>
              </a:defRPr>
            </a:pPr>
            <a:r>
              <a:rPr lang="en-US" sz="2000"/>
              <a:t>No vendor lock-in or ongoing subscription fees</a:t>
            </a:r>
          </a:p>
          <a:p>
            <a:pPr lvl="1">
              <a:lnSpc>
                <a:spcPct val="90000"/>
              </a:lnSpc>
              <a:defRPr sz="1600">
                <a:solidFill>
                  <a:srgbClr val="000000"/>
                </a:solidFill>
              </a:defRPr>
            </a:pPr>
            <a:r>
              <a:rPr lang="en-US" sz="2000"/>
              <a:t>Scalable without per-device or per-user charges</a:t>
            </a:r>
          </a:p>
          <a:p>
            <a:pPr>
              <a:lnSpc>
                <a:spcPct val="90000"/>
              </a:lnSpc>
              <a:defRPr sz="1600">
                <a:solidFill>
                  <a:srgbClr val="000000"/>
                </a:solidFill>
              </a:defRPr>
            </a:pPr>
            <a:r>
              <a:rPr lang="en-US" sz="2000"/>
              <a:t>Technical Excellence:</a:t>
            </a:r>
          </a:p>
          <a:p>
            <a:pPr lvl="1">
              <a:lnSpc>
                <a:spcPct val="90000"/>
              </a:lnSpc>
              <a:defRPr sz="1600">
                <a:solidFill>
                  <a:srgbClr val="000000"/>
                </a:solidFill>
              </a:defRPr>
            </a:pPr>
            <a:r>
              <a:rPr lang="en-US" sz="2000"/>
              <a:t>Open source transparency for security auditing</a:t>
            </a:r>
          </a:p>
          <a:p>
            <a:pPr lvl="1">
              <a:lnSpc>
                <a:spcPct val="90000"/>
              </a:lnSpc>
              <a:defRPr sz="1600">
                <a:solidFill>
                  <a:srgbClr val="000000"/>
                </a:solidFill>
              </a:defRPr>
            </a:pPr>
            <a:r>
              <a:rPr lang="en-US" sz="2000"/>
              <a:t>Customizable for specific network environments</a:t>
            </a:r>
          </a:p>
          <a:p>
            <a:pPr lvl="1">
              <a:lnSpc>
                <a:spcPct val="90000"/>
              </a:lnSpc>
              <a:defRPr sz="1600">
                <a:solidFill>
                  <a:srgbClr val="000000"/>
                </a:solidFill>
              </a:defRPr>
            </a:pPr>
            <a:r>
              <a:rPr lang="en-US" sz="2000"/>
              <a:t>Educational platform for cybersecurity research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rPr lang="en-US" sz="5400"/>
              <a:t>Deployment Strategy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defRPr sz="1600">
                <a:solidFill>
                  <a:srgbClr val="000000"/>
                </a:solidFill>
              </a:defRPr>
            </a:pPr>
            <a:r>
              <a:rPr lang="en-US" sz="2000"/>
              <a:t>Target Organizations:</a:t>
            </a:r>
          </a:p>
          <a:p>
            <a:pPr lvl="1">
              <a:lnSpc>
                <a:spcPct val="90000"/>
              </a:lnSpc>
              <a:defRPr sz="1600">
                <a:solidFill>
                  <a:srgbClr val="000000"/>
                </a:solidFill>
              </a:defRPr>
            </a:pPr>
            <a:r>
              <a:rPr lang="en-US" sz="2000"/>
              <a:t>Small to medium businesses (50-500 employees)</a:t>
            </a:r>
          </a:p>
          <a:p>
            <a:pPr lvl="1">
              <a:lnSpc>
                <a:spcPct val="90000"/>
              </a:lnSpc>
              <a:defRPr sz="1600">
                <a:solidFill>
                  <a:srgbClr val="000000"/>
                </a:solidFill>
              </a:defRPr>
            </a:pPr>
            <a:r>
              <a:rPr lang="en-US" sz="2000"/>
              <a:t>Educational institutions and research centers</a:t>
            </a:r>
          </a:p>
          <a:p>
            <a:pPr lvl="1">
              <a:lnSpc>
                <a:spcPct val="90000"/>
              </a:lnSpc>
              <a:defRPr sz="1600">
                <a:solidFill>
                  <a:srgbClr val="000000"/>
                </a:solidFill>
              </a:defRPr>
            </a:pPr>
            <a:r>
              <a:rPr lang="en-US" sz="2000"/>
              <a:t>Organizations with limited cybersecurity budgets</a:t>
            </a:r>
          </a:p>
          <a:p>
            <a:pPr>
              <a:lnSpc>
                <a:spcPct val="90000"/>
              </a:lnSpc>
              <a:defRPr sz="1600">
                <a:solidFill>
                  <a:srgbClr val="000000"/>
                </a:solidFill>
              </a:defRPr>
            </a:pPr>
            <a:r>
              <a:rPr lang="en-US" sz="2000"/>
              <a:t>Implementation Approach:</a:t>
            </a:r>
          </a:p>
          <a:p>
            <a:pPr lvl="1">
              <a:lnSpc>
                <a:spcPct val="90000"/>
              </a:lnSpc>
              <a:defRPr sz="1600">
                <a:solidFill>
                  <a:srgbClr val="000000"/>
                </a:solidFill>
              </a:defRPr>
            </a:pPr>
            <a:r>
              <a:rPr lang="en-US" sz="2000"/>
              <a:t>Start with pilot deployment on critical network segments</a:t>
            </a:r>
          </a:p>
          <a:p>
            <a:pPr lvl="1">
              <a:lnSpc>
                <a:spcPct val="90000"/>
              </a:lnSpc>
              <a:defRPr sz="1600">
                <a:solidFill>
                  <a:srgbClr val="000000"/>
                </a:solidFill>
              </a:defRPr>
            </a:pPr>
            <a:r>
              <a:rPr lang="en-US" sz="2000"/>
              <a:t>Gradual rollout with baseline establishment</a:t>
            </a:r>
          </a:p>
          <a:p>
            <a:pPr lvl="1">
              <a:lnSpc>
                <a:spcPct val="90000"/>
              </a:lnSpc>
              <a:defRPr sz="1600">
                <a:solidFill>
                  <a:srgbClr val="000000"/>
                </a:solidFill>
              </a:defRPr>
            </a:pPr>
            <a:r>
              <a:rPr lang="en-US" sz="2000"/>
              <a:t>Integration with existing SIEM and monitoring tools</a:t>
            </a:r>
          </a:p>
          <a:p>
            <a:pPr>
              <a:lnSpc>
                <a:spcPct val="90000"/>
              </a:lnSpc>
              <a:defRPr sz="1600">
                <a:solidFill>
                  <a:srgbClr val="000000"/>
                </a:solidFill>
              </a:defRPr>
            </a:pPr>
            <a:r>
              <a:rPr lang="en-US" sz="2000"/>
              <a:t>Success Metrics:</a:t>
            </a:r>
          </a:p>
          <a:p>
            <a:pPr lvl="1">
              <a:lnSpc>
                <a:spcPct val="90000"/>
              </a:lnSpc>
              <a:defRPr sz="1600">
                <a:solidFill>
                  <a:srgbClr val="000000"/>
                </a:solidFill>
              </a:defRPr>
            </a:pPr>
            <a:r>
              <a:rPr lang="en-US" sz="2000"/>
              <a:t>Reduction in successful DDoS attacks</a:t>
            </a:r>
          </a:p>
          <a:p>
            <a:pPr lvl="1">
              <a:lnSpc>
                <a:spcPct val="90000"/>
              </a:lnSpc>
              <a:defRPr sz="1600">
                <a:solidFill>
                  <a:srgbClr val="000000"/>
                </a:solidFill>
              </a:defRPr>
            </a:pPr>
            <a:r>
              <a:rPr lang="en-US" sz="2000"/>
              <a:t>Decreased incident response time</a:t>
            </a:r>
          </a:p>
          <a:p>
            <a:pPr lvl="1">
              <a:lnSpc>
                <a:spcPct val="90000"/>
              </a:lnSpc>
              <a:defRPr sz="1600">
                <a:solidFill>
                  <a:srgbClr val="000000"/>
                </a:solidFill>
              </a:defRPr>
            </a:pPr>
            <a:r>
              <a:rPr lang="en-US" sz="2000"/>
              <a:t>Cost savings compared to commercial alternatives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rPr lang="en-US" sz="5000"/>
              <a:t>System Architecture Overview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pPr>
              <a:defRPr sz="1600">
                <a:solidFill>
                  <a:srgbClr val="000000"/>
                </a:solidFill>
              </a:defRPr>
            </a:pPr>
            <a:r>
              <a:rPr lang="en-US" sz="2000"/>
              <a:t>Data Flow Pipeline:</a:t>
            </a:r>
          </a:p>
          <a:p>
            <a:pPr lvl="1">
              <a:defRPr sz="1600">
                <a:solidFill>
                  <a:srgbClr val="000000"/>
                </a:solidFill>
              </a:defRPr>
            </a:pPr>
            <a:r>
              <a:rPr lang="en-US" sz="2000"/>
              <a:t>Network packets → Flow aggregation → Feature extraction</a:t>
            </a:r>
          </a:p>
          <a:p>
            <a:pPr lvl="1">
              <a:defRPr sz="1600">
                <a:solidFill>
                  <a:srgbClr val="000000"/>
                </a:solidFill>
              </a:defRPr>
            </a:pPr>
            <a:r>
              <a:rPr lang="en-US" sz="2000"/>
              <a:t>ML prediction → Confidence filtering → Alert generation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rPr lang="en-US" sz="2000"/>
              <a:t>Key Components:</a:t>
            </a:r>
          </a:p>
          <a:p>
            <a:pPr lvl="1">
              <a:defRPr sz="1600">
                <a:solidFill>
                  <a:srgbClr val="000000"/>
                </a:solidFill>
              </a:defRPr>
            </a:pPr>
            <a:r>
              <a:rPr lang="en-US" sz="2000"/>
              <a:t>Scapy packet capture engine</a:t>
            </a:r>
          </a:p>
          <a:p>
            <a:pPr lvl="1">
              <a:defRPr sz="1600">
                <a:solidFill>
                  <a:srgbClr val="000000"/>
                </a:solidFill>
              </a:defRPr>
            </a:pPr>
            <a:r>
              <a:rPr lang="en-US" sz="2000"/>
              <a:t>Flow-based feature extraction (25 optimized features)</a:t>
            </a:r>
          </a:p>
          <a:p>
            <a:pPr lvl="1">
              <a:defRPr sz="1600">
                <a:solidFill>
                  <a:srgbClr val="000000"/>
                </a:solidFill>
              </a:defRPr>
            </a:pPr>
            <a:r>
              <a:rPr lang="en-US" sz="2000"/>
              <a:t>Ensemble ML classifier (RF + XGBoost + LightGBM)</a:t>
            </a:r>
          </a:p>
          <a:p>
            <a:pPr lvl="1">
              <a:defRPr sz="1600">
                <a:solidFill>
                  <a:srgbClr val="000000"/>
                </a:solidFill>
              </a:defRPr>
            </a:pPr>
            <a:r>
              <a:rPr lang="en-US" sz="2000"/>
              <a:t>Real-time alerting and logging system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rPr lang="en-US" sz="2000"/>
              <a:t>Performance Characteristics:</a:t>
            </a:r>
          </a:p>
          <a:p>
            <a:pPr lvl="1">
              <a:defRPr sz="1600">
                <a:solidFill>
                  <a:srgbClr val="000000"/>
                </a:solidFill>
              </a:defRPr>
            </a:pPr>
            <a:r>
              <a:rPr lang="en-US" sz="2000"/>
              <a:t>270ms average detection latency</a:t>
            </a:r>
          </a:p>
          <a:p>
            <a:pPr lvl="1">
              <a:defRPr sz="1600">
                <a:solidFill>
                  <a:srgbClr val="000000"/>
                </a:solidFill>
              </a:defRPr>
            </a:pPr>
            <a:r>
              <a:rPr lang="en-US" sz="2000"/>
              <a:t>85% confidence threshold for alerts</a:t>
            </a:r>
          </a:p>
          <a:p>
            <a:pPr lvl="1">
              <a:defRPr sz="1600">
                <a:solidFill>
                  <a:srgbClr val="000000"/>
                </a:solidFill>
              </a:defRPr>
            </a:pPr>
            <a:r>
              <a:rPr lang="en-US" sz="2000"/>
              <a:t>Memory-efficient flow management with timeouts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1028700" y="1967266"/>
            <a:ext cx="2628900" cy="2547257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>
                <a:solidFill>
                  <a:srgbClr val="003366"/>
                </a:solidFill>
              </a:defRPr>
            </a:pPr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Cost vs Performance Analysis</a:t>
            </a:r>
          </a:p>
        </p:txBody>
      </p:sp>
      <p:pic>
        <p:nvPicPr>
          <p:cNvPr id="3" name="Picture 2" descr="ddos_cost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316" y="1164777"/>
            <a:ext cx="6780700" cy="45261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338</TotalTime>
  <Words>1769</Words>
  <Application>Microsoft Macintosh PowerPoint</Application>
  <PresentationFormat>Widescreen</PresentationFormat>
  <Paragraphs>182</Paragraphs>
  <Slides>22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Aptos</vt:lpstr>
      <vt:lpstr>Arial</vt:lpstr>
      <vt:lpstr>Calibri</vt:lpstr>
      <vt:lpstr>Office Theme</vt:lpstr>
      <vt:lpstr>AI-Powered DDoS Attack Detection System for Small and Medium Enterprises</vt:lpstr>
      <vt:lpstr>The DDoS Attack Problem</vt:lpstr>
      <vt:lpstr>Current Commercial Solutions</vt:lpstr>
      <vt:lpstr>Current Open-Source Solutions</vt:lpstr>
      <vt:lpstr>Solutions Analysis: Pros &amp; Cons</vt:lpstr>
      <vt:lpstr>My DDoS Detection Implementation</vt:lpstr>
      <vt:lpstr>CIC-DDoS2019 Dataset</vt:lpstr>
      <vt:lpstr>Model Training Process</vt:lpstr>
      <vt:lpstr>Exceptional Training Results</vt:lpstr>
      <vt:lpstr>PowerPoint Presentation</vt:lpstr>
      <vt:lpstr>PowerPoint Presentation</vt:lpstr>
      <vt:lpstr>Real-time Detection System</vt:lpstr>
      <vt:lpstr>Code: Ensemble Model Configuration</vt:lpstr>
      <vt:lpstr>Code:  Real-time Detection Logic</vt:lpstr>
      <vt:lpstr>Code: Feature Engineering Process</vt:lpstr>
      <vt:lpstr>Addressing Real Market Needs</vt:lpstr>
      <vt:lpstr>Competitive Performance Analysis</vt:lpstr>
      <vt:lpstr>Future Enhancement Roadmap</vt:lpstr>
      <vt:lpstr>Key Implementation Benefits</vt:lpstr>
      <vt:lpstr>Deployment Strategy</vt:lpstr>
      <vt:lpstr>System Architecture Overview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nikunj gupta</cp:lastModifiedBy>
  <cp:revision>3</cp:revision>
  <dcterms:created xsi:type="dcterms:W3CDTF">2013-01-27T09:14:16Z</dcterms:created>
  <dcterms:modified xsi:type="dcterms:W3CDTF">2025-06-23T08:47:59Z</dcterms:modified>
  <cp:category/>
</cp:coreProperties>
</file>